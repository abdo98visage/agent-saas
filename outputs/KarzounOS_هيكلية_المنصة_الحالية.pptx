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e71093cd640b5" /><Relationship Type="http://schemas.openxmlformats.org/officeDocument/2006/relationships/extended-properties" Target="/docProps/app.xml" Id="Rb6c2a52b1ccf4163" /><Relationship Type="http://schemas.openxmlformats.org/officeDocument/2006/relationships/officeDocument" Target="/ppt/presentation.xml" Id="R005b5a68a4314e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36019d7064473d"/>
  </p:sldMasterIdLst>
  <p:notesMasterIdLst>
    <p:notesMasterId xmlns:r="http://schemas.openxmlformats.org/officeDocument/2006/relationships" r:id="R5003ce9ce0c149f8"/>
  </p:notesMasterIdLst>
  <p:sldIdLst>
    <p:sldId xmlns:r="http://schemas.openxmlformats.org/officeDocument/2006/relationships" id="256" r:id="Ra3486885cdc24394"/>
    <p:sldId xmlns:r="http://schemas.openxmlformats.org/officeDocument/2006/relationships" id="257" r:id="R6ce8f5f60c1745de"/>
    <p:sldId xmlns:r="http://schemas.openxmlformats.org/officeDocument/2006/relationships" id="258" r:id="Raa2d25f41752449d"/>
    <p:sldId xmlns:r="http://schemas.openxmlformats.org/officeDocument/2006/relationships" id="259" r:id="R55a7aea19ce44f08"/>
    <p:sldId xmlns:r="http://schemas.openxmlformats.org/officeDocument/2006/relationships" id="260" r:id="Rfae4a096619f4c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a67409e1041e5" /><Relationship Type="http://schemas.openxmlformats.org/officeDocument/2006/relationships/slideMaster" Target="/ppt/slideMasters/slideMaster1.xml" Id="R9e36019d7064473d" /><Relationship Type="http://schemas.openxmlformats.org/officeDocument/2006/relationships/notesMaster" Target="/ppt/notesMasters/notesMaster1.xml" Id="R5003ce9ce0c149f8" /><Relationship Type="http://schemas.openxmlformats.org/officeDocument/2006/relationships/presProps" Target="/ppt/presProps.xml" Id="R277072ec30094f6f" /><Relationship Type="http://schemas.openxmlformats.org/officeDocument/2006/relationships/tableStyles" Target="/ppt/tableStyles.xml" Id="R4afb726ad0844808" /><Relationship Type="http://schemas.openxmlformats.org/officeDocument/2006/relationships/slide" Target="/ppt/slides/slide1.xml" Id="Ra3486885cdc24394" /><Relationship Type="http://schemas.openxmlformats.org/officeDocument/2006/relationships/slide" Target="/ppt/slides/slide2.xml" Id="R6ce8f5f60c1745de" /><Relationship Type="http://schemas.openxmlformats.org/officeDocument/2006/relationships/slide" Target="/ppt/slides/slide3.xml" Id="Raa2d25f41752449d" /><Relationship Type="http://schemas.openxmlformats.org/officeDocument/2006/relationships/slide" Target="/ppt/slides/slide4.xml" Id="R55a7aea19ce44f08" /><Relationship Type="http://schemas.openxmlformats.org/officeDocument/2006/relationships/slide" Target="/ppt/slides/slide5.xml" Id="Rfae4a096619f4c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45bebdaf58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64568c86546bd" /><Relationship Type="http://schemas.openxmlformats.org/officeDocument/2006/relationships/notesMaster" Target="/ppt/notesMasters/notesMaster1.xml" Id="R0e9f684aa7d5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45d65d6c604ecc" /><Relationship Type="http://schemas.openxmlformats.org/officeDocument/2006/relationships/notesMaster" Target="/ppt/notesMasters/notesMaster1.xml" Id="R1e21d363fad445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575dcbb1a84472" /><Relationship Type="http://schemas.openxmlformats.org/officeDocument/2006/relationships/notesMaster" Target="/ppt/notesMasters/notesMaster1.xml" Id="R2b262a593cf746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9b2d0983214a1c" /><Relationship Type="http://schemas.openxmlformats.org/officeDocument/2006/relationships/notesMaster" Target="/ppt/notesMasters/notesMaster1.xml" Id="R8f6a087bb944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ba5ac8ff5647cb" /><Relationship Type="http://schemas.openxmlformats.org/officeDocument/2006/relationships/notesMaster" Target="/ppt/notesMasters/notesMaster1.xml" Id="Rda91e9a0d75d45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fd91b5f1549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ec23b5d7a64c2e" /><Relationship Type="http://schemas.openxmlformats.org/officeDocument/2006/relationships/slideLayout" Target="/ppt/slideLayouts/slideLayout1.xml" Id="R7388bf61991e4a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88bf61991e4a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6b165db614335" /><Relationship Type="http://schemas.openxmlformats.org/officeDocument/2006/relationships/image" Target="/ppt/media/image.png" Id="Rfde7b0f3fe554b09" /><Relationship Type="http://schemas.openxmlformats.org/officeDocument/2006/relationships/image" Target="/ppt/media/image.svg" Id="Ra5b48f17d137440f" /><Relationship Type="http://schemas.openxmlformats.org/officeDocument/2006/relationships/image" Target="/ppt/media/image2.png" Id="R543b3b59248746b0" /><Relationship Type="http://schemas.openxmlformats.org/officeDocument/2006/relationships/image" Target="/ppt/media/image2.svg" Id="R738fe453f7f94348" /><Relationship Type="http://schemas.openxmlformats.org/officeDocument/2006/relationships/image" Target="/ppt/media/image3.png" Id="R9b83fbd126af4b91" /><Relationship Type="http://schemas.openxmlformats.org/officeDocument/2006/relationships/image" Target="/ppt/media/image3.svg" Id="R5c0c5b4bddf54fbe" /><Relationship Type="http://schemas.openxmlformats.org/officeDocument/2006/relationships/image" Target="/ppt/media/image4.png" Id="Rab224a80ac2b4309" /><Relationship Type="http://schemas.openxmlformats.org/officeDocument/2006/relationships/image" Target="/ppt/media/image4.svg" Id="R90a4494bdd174aad" /><Relationship Type="http://schemas.openxmlformats.org/officeDocument/2006/relationships/image" Target="/ppt/media/image5.png" Id="R9ee44c16fae24106" /><Relationship Type="http://schemas.openxmlformats.org/officeDocument/2006/relationships/image" Target="/ppt/media/image5.svg" Id="Rc83c2ff378cb44ea" /><Relationship Type="http://schemas.openxmlformats.org/officeDocument/2006/relationships/notesSlide" Target="/ppt/notesSlides/notesSlide1.xml" Id="Rbe05c30877a947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0eb56b4a24d6b" /><Relationship Type="http://schemas.openxmlformats.org/officeDocument/2006/relationships/image" Target="/ppt/media/image6.png" Id="Refa94e57a65149a8" /><Relationship Type="http://schemas.openxmlformats.org/officeDocument/2006/relationships/image" Target="/ppt/media/image6.svg" Id="R545a75fdf3ab461e" /><Relationship Type="http://schemas.openxmlformats.org/officeDocument/2006/relationships/image" Target="/ppt/media/image7.png" Id="Rd3bc4a764fe441a3" /><Relationship Type="http://schemas.openxmlformats.org/officeDocument/2006/relationships/image" Target="/ppt/media/image7.svg" Id="Re33a7b5b57b4462d" /><Relationship Type="http://schemas.openxmlformats.org/officeDocument/2006/relationships/image" Target="/ppt/media/image8.png" Id="R0e50c853ce674430" /><Relationship Type="http://schemas.openxmlformats.org/officeDocument/2006/relationships/image" Target="/ppt/media/image8.svg" Id="R9cde735c66a0453b" /><Relationship Type="http://schemas.openxmlformats.org/officeDocument/2006/relationships/image" Target="/ppt/media/image9.png" Id="Rd86bd3cd706a43f5" /><Relationship Type="http://schemas.openxmlformats.org/officeDocument/2006/relationships/image" Target="/ppt/media/image9.svg" Id="Rd8a3f14c91854fc6" /><Relationship Type="http://schemas.openxmlformats.org/officeDocument/2006/relationships/image" Target="/ppt/media/image10.png" Id="R570138bb34ed4848" /><Relationship Type="http://schemas.openxmlformats.org/officeDocument/2006/relationships/image" Target="/ppt/media/image10.svg" Id="Rd5be98b3393c4a3f" /><Relationship Type="http://schemas.openxmlformats.org/officeDocument/2006/relationships/image" Target="/ppt/media/image11.png" Id="R39e482844ebc4b9a" /><Relationship Type="http://schemas.openxmlformats.org/officeDocument/2006/relationships/image" Target="/ppt/media/image11.svg" Id="R62a5edc12b37488e" /><Relationship Type="http://schemas.openxmlformats.org/officeDocument/2006/relationships/image" Target="/ppt/media/image12.png" Id="R2f7ee435bb464d85" /><Relationship Type="http://schemas.openxmlformats.org/officeDocument/2006/relationships/image" Target="/ppt/media/image12.svg" Id="R2797c5fb32934598" /><Relationship Type="http://schemas.openxmlformats.org/officeDocument/2006/relationships/image" Target="/ppt/media/image13.png" Id="Rb52e9574c7d84460" /><Relationship Type="http://schemas.openxmlformats.org/officeDocument/2006/relationships/image" Target="/ppt/media/image13.svg" Id="R65bbfbef61df4df2" /><Relationship Type="http://schemas.openxmlformats.org/officeDocument/2006/relationships/image" Target="/ppt/media/image14.png" Id="Rb3026c10e87640a6" /><Relationship Type="http://schemas.openxmlformats.org/officeDocument/2006/relationships/image" Target="/ppt/media/image14.svg" Id="Rfb7e3ca012a14bf2" /><Relationship Type="http://schemas.openxmlformats.org/officeDocument/2006/relationships/image" Target="/ppt/media/image15.png" Id="R61669d9e8bb24a66" /><Relationship Type="http://schemas.openxmlformats.org/officeDocument/2006/relationships/image" Target="/ppt/media/image15.svg" Id="Ra41f4cff72854b9e" /><Relationship Type="http://schemas.openxmlformats.org/officeDocument/2006/relationships/image" Target="/ppt/media/image16.png" Id="R959781a093b540b1" /><Relationship Type="http://schemas.openxmlformats.org/officeDocument/2006/relationships/image" Target="/ppt/media/image16.svg" Id="R6928166bbecd4415" /><Relationship Type="http://schemas.openxmlformats.org/officeDocument/2006/relationships/image" Target="/ppt/media/image17.png" Id="Rebbf965db98b492e" /><Relationship Type="http://schemas.openxmlformats.org/officeDocument/2006/relationships/image" Target="/ppt/media/image17.svg" Id="Rc24e757652504823" /><Relationship Type="http://schemas.openxmlformats.org/officeDocument/2006/relationships/image" Target="/ppt/media/image18.png" Id="Rb40c986e590b4193" /><Relationship Type="http://schemas.openxmlformats.org/officeDocument/2006/relationships/image" Target="/ppt/media/image18.svg" Id="R3f51735bdbf14d07" /><Relationship Type="http://schemas.openxmlformats.org/officeDocument/2006/relationships/notesSlide" Target="/ppt/notesSlides/notesSlide2.xml" Id="R3149a5ff87894a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94366b5694845" /><Relationship Type="http://schemas.openxmlformats.org/officeDocument/2006/relationships/image" Target="/ppt/media/image19.png" Id="Rcb3d8cf84c8b4dc8" /><Relationship Type="http://schemas.openxmlformats.org/officeDocument/2006/relationships/image" Target="/ppt/media/image19.svg" Id="R4df6861714044493" /><Relationship Type="http://schemas.openxmlformats.org/officeDocument/2006/relationships/image" Target="/ppt/media/image20.png" Id="Rebf11166c7084f91" /><Relationship Type="http://schemas.openxmlformats.org/officeDocument/2006/relationships/image" Target="/ppt/media/image20.svg" Id="R216763a1fd014805" /><Relationship Type="http://schemas.openxmlformats.org/officeDocument/2006/relationships/image" Target="/ppt/media/image21.png" Id="R674f9e2f84c04861" /><Relationship Type="http://schemas.openxmlformats.org/officeDocument/2006/relationships/image" Target="/ppt/media/image21.svg" Id="Rfd6d3290750a4cce" /><Relationship Type="http://schemas.openxmlformats.org/officeDocument/2006/relationships/image" Target="/ppt/media/image22.png" Id="R43ccffd225ab4975" /><Relationship Type="http://schemas.openxmlformats.org/officeDocument/2006/relationships/image" Target="/ppt/media/image22.svg" Id="R3ab651d824554bdc" /><Relationship Type="http://schemas.openxmlformats.org/officeDocument/2006/relationships/image" Target="/ppt/media/image23.png" Id="R698c1ec68c1e4323" /><Relationship Type="http://schemas.openxmlformats.org/officeDocument/2006/relationships/image" Target="/ppt/media/image23.svg" Id="R3faeee040ddb4fb9" /><Relationship Type="http://schemas.openxmlformats.org/officeDocument/2006/relationships/notesSlide" Target="/ppt/notesSlides/notesSlide3.xml" Id="R9dc9f047704a49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c1ae454ef4440" /><Relationship Type="http://schemas.openxmlformats.org/officeDocument/2006/relationships/image" Target="/ppt/media/image24.png" Id="Rb1c3564143584735" /><Relationship Type="http://schemas.openxmlformats.org/officeDocument/2006/relationships/image" Target="/ppt/media/image25.png" Id="Ra6bb87319c024bc6" /><Relationship Type="http://schemas.openxmlformats.org/officeDocument/2006/relationships/image" Target="/ppt/media/image24.svg" Id="Ra8979837f6a14fc9" /><Relationship Type="http://schemas.openxmlformats.org/officeDocument/2006/relationships/image" Target="/ppt/media/image26.png" Id="R5919f70bd9e84879" /><Relationship Type="http://schemas.openxmlformats.org/officeDocument/2006/relationships/image" Target="/ppt/media/image25.svg" Id="R5ff52cd060bf4d72" /><Relationship Type="http://schemas.openxmlformats.org/officeDocument/2006/relationships/image" Target="/ppt/media/image27.png" Id="Rac6e04119fb94354" /><Relationship Type="http://schemas.openxmlformats.org/officeDocument/2006/relationships/image" Target="/ppt/media/image26.svg" Id="R9d36875e11e14039" /><Relationship Type="http://schemas.openxmlformats.org/officeDocument/2006/relationships/image" Target="/ppt/media/image28.png" Id="Rc765509df74c486e" /><Relationship Type="http://schemas.openxmlformats.org/officeDocument/2006/relationships/image" Target="/ppt/media/image27.svg" Id="Re2d1080cd36440c0" /><Relationship Type="http://schemas.openxmlformats.org/officeDocument/2006/relationships/notesSlide" Target="/ppt/notesSlides/notesSlide4.xml" Id="R17fe5d330a24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310f050924536" /><Relationship Type="http://schemas.openxmlformats.org/officeDocument/2006/relationships/image" Target="/ppt/media/image29.png" Id="Rdc645f479b1f4975" /><Relationship Type="http://schemas.openxmlformats.org/officeDocument/2006/relationships/image" Target="/ppt/media/image28.svg" Id="Rff3f29798fc049ff" /><Relationship Type="http://schemas.openxmlformats.org/officeDocument/2006/relationships/image" Target="/ppt/media/image30.png" Id="R79e5e0c849f847e8" /><Relationship Type="http://schemas.openxmlformats.org/officeDocument/2006/relationships/image" Target="/ppt/media/image29.svg" Id="R8daef134a9754fb0" /><Relationship Type="http://schemas.openxmlformats.org/officeDocument/2006/relationships/image" Target="/ppt/media/image31.png" Id="R298a8a1d5dd34720" /><Relationship Type="http://schemas.openxmlformats.org/officeDocument/2006/relationships/image" Target="/ppt/media/image30.svg" Id="R71d5b2975b7243a2" /><Relationship Type="http://schemas.openxmlformats.org/officeDocument/2006/relationships/image" Target="/ppt/media/image32.png" Id="R1652317c661947b0" /><Relationship Type="http://schemas.openxmlformats.org/officeDocument/2006/relationships/image" Target="/ppt/media/image31.svg" Id="R455cc12c5fc24aa7" /><Relationship Type="http://schemas.openxmlformats.org/officeDocument/2006/relationships/image" Target="/ppt/media/image33.png" Id="R2afec01ab57740cf" /><Relationship Type="http://schemas.openxmlformats.org/officeDocument/2006/relationships/image" Target="/ppt/media/image32.svg" Id="R44bb33109b1549be" /><Relationship Type="http://schemas.openxmlformats.org/officeDocument/2006/relationships/image" Target="/ppt/media/image34.png" Id="Ra65e58ef6f7c437b" /><Relationship Type="http://schemas.openxmlformats.org/officeDocument/2006/relationships/image" Target="/ppt/media/image33.svg" Id="Rc76d59ae31d04cd3" /><Relationship Type="http://schemas.openxmlformats.org/officeDocument/2006/relationships/image" Target="/ppt/media/image35.png" Id="R40965567a12a4d01" /><Relationship Type="http://schemas.openxmlformats.org/officeDocument/2006/relationships/image" Target="/ppt/media/image34.svg" Id="R834e328b64d7457d" /><Relationship Type="http://schemas.openxmlformats.org/officeDocument/2006/relationships/image" Target="/ppt/media/image36.png" Id="R05288a5547c34cb2" /><Relationship Type="http://schemas.openxmlformats.org/officeDocument/2006/relationships/image" Target="/ppt/media/image35.svg" Id="Reb5c80509bc64b33" /><Relationship Type="http://schemas.openxmlformats.org/officeDocument/2006/relationships/image" Target="/ppt/media/image37.png" Id="Ra2758993da3e4a50" /><Relationship Type="http://schemas.openxmlformats.org/officeDocument/2006/relationships/image" Target="/ppt/media/image36.svg" Id="R5fe46153ce6a4e50" /><Relationship Type="http://schemas.openxmlformats.org/officeDocument/2006/relationships/image" Target="/ppt/media/image38.png" Id="Rfe30dac2eaee425a" /><Relationship Type="http://schemas.openxmlformats.org/officeDocument/2006/relationships/image" Target="/ppt/media/image37.svg" Id="R1441003d85b74048" /><Relationship Type="http://schemas.openxmlformats.org/officeDocument/2006/relationships/image" Target="/ppt/media/image39.png" Id="R0e11accb3d084289" /><Relationship Type="http://schemas.openxmlformats.org/officeDocument/2006/relationships/image" Target="/ppt/media/image38.svg" Id="Rad72ba6eca0c4d86" /><Relationship Type="http://schemas.openxmlformats.org/officeDocument/2006/relationships/image" Target="/ppt/media/image40.png" Id="Rff75a5f7f66f4f75" /><Relationship Type="http://schemas.openxmlformats.org/officeDocument/2006/relationships/image" Target="/ppt/media/image39.svg" Id="Ra49344994ad64ef6" /><Relationship Type="http://schemas.openxmlformats.org/officeDocument/2006/relationships/image" Target="/ppt/media/image41.png" Id="R81be3fc6a35e487e" /><Relationship Type="http://schemas.openxmlformats.org/officeDocument/2006/relationships/image" Target="/ppt/media/image40.svg" Id="Rfd4ce42c294b42c6" /><Relationship Type="http://schemas.openxmlformats.org/officeDocument/2006/relationships/notesSlide" Target="/ppt/notesSlides/notesSlide5.xml" Id="R50f8c6332cd948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low-0-70">
            <a:extLst xmlns:a="http://schemas.openxmlformats.org/drawingml/2006/main">
              <a:ext uri="{FF2B5EF4-FFF2-40B4-BE49-F238E27FC236}">
                <a16:creationId xmlns:a16="http://schemas.microsoft.com/office/drawing/2014/main" id="{A780838D-EE90-42AB-A572-80FAA9A2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304800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low-1090-0">
            <a:extLst xmlns:a="http://schemas.openxmlformats.org/drawingml/2006/main">
              <a:ext uri="{FF2B5EF4-FFF2-40B4-BE49-F238E27FC236}">
                <a16:creationId xmlns:a16="http://schemas.microsoft.com/office/drawing/2014/main" id="{809F9BE0-79CB-47B3-B348-30852825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8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rand-1">
            <a:extLst xmlns:a="http://schemas.openxmlformats.org/drawingml/2006/main">
              <a:ext uri="{FF2B5EF4-FFF2-40B4-BE49-F238E27FC236}">
                <a16:creationId xmlns:a16="http://schemas.microsoft.com/office/drawing/2014/main" id="{2414A730-DE06-4671-833D-0025731A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KARZOUN OS</a:t>
            </a:r>
          </a:p>
        </p:txBody>
      </p:sp>
      <p:sp>
        <p:nvSpPr>
          <p:cNvPr id="4" name="section-1">
            <a:extLst xmlns:a="http://schemas.openxmlformats.org/drawingml/2006/main">
              <a:ext uri="{FF2B5EF4-FFF2-40B4-BE49-F238E27FC236}">
                <a16:creationId xmlns:a16="http://schemas.microsoft.com/office/drawing/2014/main" id="{BCC0DFDD-F2D3-4D3E-B38D-20225C23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21D4FD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21D4FD"/>
                </a:solidFill>
                <a:latin typeface="Tahoma"/>
                <a:ea typeface="Tahoma"/>
                <a:cs typeface="Tahoma"/>
              </a:rPr>
              <a:t>نظرة تنفيذية</a:t>
            </a:r>
          </a:p>
        </p:txBody>
      </p:sp>
      <p:sp>
        <p:nvSpPr>
          <p:cNvPr id="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6C4727E9-ECE6-40DE-8EFD-FFBE3027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421D0533-B2D3-48EA-8A1E-A05F7C08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AgentSaaS Platform Architecture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C8FC872D-4908-4A39-99A1-DFEB3C20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8" name="s1-title">
            <a:extLst xmlns:a="http://schemas.openxmlformats.org/drawingml/2006/main">
              <a:ext uri="{FF2B5EF4-FFF2-40B4-BE49-F238E27FC236}">
                <a16:creationId xmlns:a16="http://schemas.microsoft.com/office/drawing/2014/main" id="{FD0C9544-C0D3-44C9-A8D6-FBBAFB65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42950"/>
            <a:ext cx="647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31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ثلاث طبقات تصنع قوة عمل رقمية مؤسسية</a:t>
            </a:r>
          </a:p>
        </p:txBody>
      </p:sp>
      <p:sp>
        <p:nvSpPr>
          <p:cNvPr id="9" name="s1-subtitle">
            <a:extLst xmlns:a="http://schemas.openxmlformats.org/drawingml/2006/main">
              <a:ext uri="{FF2B5EF4-FFF2-40B4-BE49-F238E27FC236}">
                <a16:creationId xmlns:a16="http://schemas.microsoft.com/office/drawing/2014/main" id="{D69FD3C4-D097-45D4-AD1F-8B0B4E74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 rtl="1">
              <a:defRPr sz="1425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تنفّذ الوكلاء، تحكمهم مركزيًا، وتضعهم داخل يوم الموظف — ضمن منصة واحدة.</a:t>
            </a:r>
          </a:p>
        </p:txBody>
      </p:sp>
      <p:sp>
        <p:nvSpPr>
          <p:cNvPr id="10" name="s1-link-a">
            <a:extLst xmlns:a="http://schemas.openxmlformats.org/drawingml/2006/main">
              <a:ext uri="{FF2B5EF4-FFF2-40B4-BE49-F238E27FC236}">
                <a16:creationId xmlns:a16="http://schemas.microsoft.com/office/drawing/2014/main" id="{0F21D50A-21D3-47C3-AA88-03FF980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71725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1-link-b">
            <a:extLst xmlns:a="http://schemas.openxmlformats.org/drawingml/2006/main">
              <a:ext uri="{FF2B5EF4-FFF2-40B4-BE49-F238E27FC236}">
                <a16:creationId xmlns:a16="http://schemas.microsoft.com/office/drawing/2014/main" id="{62FC3A87-0C51-40AB-B298-6FD1E93F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1-link-c">
            <a:extLst xmlns:a="http://schemas.openxmlformats.org/drawingml/2006/main">
              <a:ext uri="{FF2B5EF4-FFF2-40B4-BE49-F238E27FC236}">
                <a16:creationId xmlns:a16="http://schemas.microsoft.com/office/drawing/2014/main" id="{1370FA83-5D6A-4EDC-B481-2DF84A45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14875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1-spine">
            <a:extLst xmlns:a="http://schemas.openxmlformats.org/drawingml/2006/main">
              <a:ext uri="{FF2B5EF4-FFF2-40B4-BE49-F238E27FC236}">
                <a16:creationId xmlns:a16="http://schemas.microsoft.com/office/drawing/2014/main" id="{06D269DD-6405-4A0F-A9FB-219070CF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71725"/>
            <a:ext cx="38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1-core">
            <a:extLst xmlns:a="http://schemas.openxmlformats.org/drawingml/2006/main">
              <a:ext uri="{FF2B5EF4-FFF2-40B4-BE49-F238E27FC236}">
                <a16:creationId xmlns:a16="http://schemas.microsoft.com/office/drawing/2014/main" id="{415B64A1-E816-4E83-9B63-A6785099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641"/>
          </a:solidFill>
          <a:ln xmlns:a="http://schemas.openxmlformats.org/drawingml/2006/main" w="19050">
            <a:solidFill>
              <a:srgbClr val="5B7CFA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7b0f3fe554b09">
            <a:extLst>
              <a:ext uri="{96DAC541-7B7A-43D3-8B79-37D633B846F1}">
                <asvg:svgBlip xmlns:asvg="http://schemas.microsoft.com/office/drawing/2016/SVG/main" r:embed="Ra5b48f17d13744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7908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6" name="s1-core-en">
            <a:extLst xmlns:a="http://schemas.openxmlformats.org/drawingml/2006/main">
              <a:ext uri="{FF2B5EF4-FFF2-40B4-BE49-F238E27FC236}">
                <a16:creationId xmlns:a16="http://schemas.microsoft.com/office/drawing/2014/main" id="{00EDBD84-A976-428F-9343-69B6D679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AgentSaaS</a:t>
            </a:r>
          </a:p>
        </p:txBody>
      </p:sp>
      <p:sp>
        <p:nvSpPr>
          <p:cNvPr id="17" name="s1-core-ar">
            <a:extLst xmlns:a="http://schemas.openxmlformats.org/drawingml/2006/main">
              <a:ext uri="{FF2B5EF4-FFF2-40B4-BE49-F238E27FC236}">
                <a16:creationId xmlns:a16="http://schemas.microsoft.com/office/drawing/2014/main" id="{78370170-AA8C-4A9B-BAD4-CB7E198A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125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نظام تشغيل الوكلاء</a:t>
            </a:r>
          </a:p>
        </p:txBody>
      </p:sp>
      <p:sp>
        <p:nvSpPr>
          <p:cNvPr id="18" name="s1-node-0">
            <a:extLst xmlns:a="http://schemas.openxmlformats.org/drawingml/2006/main">
              <a:ext uri="{FF2B5EF4-FFF2-40B4-BE49-F238E27FC236}">
                <a16:creationId xmlns:a16="http://schemas.microsoft.com/office/drawing/2014/main" id="{4143F95B-7E5F-40B7-A190-B4EA114B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57375"/>
            <a:ext cx="7524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19" name="s1-accent-0">
            <a:extLst xmlns:a="http://schemas.openxmlformats.org/drawingml/2006/main">
              <a:ext uri="{FF2B5EF4-FFF2-40B4-BE49-F238E27FC236}">
                <a16:creationId xmlns:a16="http://schemas.microsoft.com/office/drawing/2014/main" id="{A014BEF1-9BBB-4056-8FE7-524845CB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952625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1-icon-bg-0">
            <a:extLst xmlns:a="http://schemas.openxmlformats.org/drawingml/2006/main">
              <a:ext uri="{FF2B5EF4-FFF2-40B4-BE49-F238E27FC236}">
                <a16:creationId xmlns:a16="http://schemas.microsoft.com/office/drawing/2014/main" id="{92920A47-1185-49F1-A12B-00734A9F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66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b3b59248746b0">
            <a:extLst>
              <a:ext uri="{96DAC541-7B7A-43D3-8B79-37D633B846F1}">
                <asvg:svgBlip xmlns:asvg="http://schemas.microsoft.com/office/drawing/2016/SVG/main" r:embed="R738fe453f7f943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2193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2" name="s1-en-0">
            <a:extLst xmlns:a="http://schemas.openxmlformats.org/drawingml/2006/main">
              <a:ext uri="{FF2B5EF4-FFF2-40B4-BE49-F238E27FC236}">
                <a16:creationId xmlns:a16="http://schemas.microsoft.com/office/drawing/2014/main" id="{36A25F2B-80E9-4FE1-9C4F-B9EA6433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97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8BFA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78BFA"/>
                </a:solidFill>
                <a:latin typeface="Tahoma"/>
                <a:ea typeface="Tahoma"/>
                <a:cs typeface="Tahoma"/>
              </a:rPr>
              <a:t>AGENT RUNTIME</a:t>
            </a:r>
          </a:p>
        </p:txBody>
      </p:sp>
      <p:sp>
        <p:nvSpPr>
          <p:cNvPr id="23" name="s1-ar-0">
            <a:extLst xmlns:a="http://schemas.openxmlformats.org/drawingml/2006/main">
              <a:ext uri="{FF2B5EF4-FFF2-40B4-BE49-F238E27FC236}">
                <a16:creationId xmlns:a16="http://schemas.microsoft.com/office/drawing/2014/main" id="{0434745E-FD0E-414C-ADED-DF76AF15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71675"/>
            <a:ext cx="3219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7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تنفيذ ذكي قابل للتخصيص</a:t>
            </a:r>
          </a:p>
        </p:txBody>
      </p:sp>
      <p:sp>
        <p:nvSpPr>
          <p:cNvPr id="24" name="s1-body-0">
            <a:extLst xmlns:a="http://schemas.openxmlformats.org/drawingml/2006/main">
              <a:ext uri="{FF2B5EF4-FFF2-40B4-BE49-F238E27FC236}">
                <a16:creationId xmlns:a16="http://schemas.microsoft.com/office/drawing/2014/main" id="{E6AC30F7-21B8-4F1B-AD13-7C8A355A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24100"/>
            <a:ext cx="577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بروفايلات • مهارات • هيرمس</a:t>
            </a:r>
          </a:p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توجيه النماذج • الأدوات • التتبع</a:t>
            </a:r>
          </a:p>
        </p:txBody>
      </p:sp>
      <p:sp>
        <p:nvSpPr>
          <p:cNvPr id="25" name="s1-node-1">
            <a:extLst xmlns:a="http://schemas.openxmlformats.org/drawingml/2006/main">
              <a:ext uri="{FF2B5EF4-FFF2-40B4-BE49-F238E27FC236}">
                <a16:creationId xmlns:a16="http://schemas.microsoft.com/office/drawing/2014/main" id="{F664D61C-DC62-47F1-9F61-F1E9686A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7524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6" name="s1-accent-1">
            <a:extLst xmlns:a="http://schemas.openxmlformats.org/drawingml/2006/main">
              <a:ext uri="{FF2B5EF4-FFF2-40B4-BE49-F238E27FC236}">
                <a16:creationId xmlns:a16="http://schemas.microsoft.com/office/drawing/2014/main" id="{5BCB8EBD-A5A6-49F4-8AF8-DDCDF5FD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24200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1-icon-bg-1">
            <a:extLst xmlns:a="http://schemas.openxmlformats.org/drawingml/2006/main">
              <a:ext uri="{FF2B5EF4-FFF2-40B4-BE49-F238E27FC236}">
                <a16:creationId xmlns:a16="http://schemas.microsoft.com/office/drawing/2014/main" id="{C3B28B67-519D-41F0-81BD-3A43B67B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3fbd126af4b91">
            <a:extLst>
              <a:ext uri="{96DAC541-7B7A-43D3-8B79-37D633B846F1}">
                <asvg:svgBlip xmlns:asvg="http://schemas.microsoft.com/office/drawing/2016/SVG/main" r:embed="R5c0c5b4bddf54f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909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9" name="s1-en-1">
            <a:extLst xmlns:a="http://schemas.openxmlformats.org/drawingml/2006/main">
              <a:ext uri="{FF2B5EF4-FFF2-40B4-BE49-F238E27FC236}">
                <a16:creationId xmlns:a16="http://schemas.microsoft.com/office/drawing/2014/main" id="{CF4D7C7F-916A-49B3-BF43-B686272C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D4FD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21D4FD"/>
                </a:solidFill>
                <a:latin typeface="Tahoma"/>
                <a:ea typeface="Tahoma"/>
                <a:cs typeface="Tahoma"/>
              </a:rPr>
              <a:t>ADMIN DASHBOARD</a:t>
            </a:r>
          </a:p>
        </p:txBody>
      </p:sp>
      <p:sp>
        <p:nvSpPr>
          <p:cNvPr id="30" name="s1-ar-1">
            <a:extLst xmlns:a="http://schemas.openxmlformats.org/drawingml/2006/main">
              <a:ext uri="{FF2B5EF4-FFF2-40B4-BE49-F238E27FC236}">
                <a16:creationId xmlns:a16="http://schemas.microsoft.com/office/drawing/2014/main" id="{64963EB2-44AF-4C20-A628-0D04F84A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3219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7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غرفة قيادة مؤسسية</a:t>
            </a:r>
          </a:p>
        </p:txBody>
      </p:sp>
      <p:sp>
        <p:nvSpPr>
          <p:cNvPr id="31" name="s1-body-1">
            <a:extLst xmlns:a="http://schemas.openxmlformats.org/drawingml/2006/main">
              <a:ext uri="{FF2B5EF4-FFF2-40B4-BE49-F238E27FC236}">
                <a16:creationId xmlns:a16="http://schemas.microsoft.com/office/drawing/2014/main" id="{D1B6EEB0-032F-4CF6-BE93-8D9AF991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95675"/>
            <a:ext cx="577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الموظفون • التعيينات • الميزانيات</a:t>
            </a:r>
          </a:p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المؤشرات • التدقيق • التنبيهات • صحة التشغيل</a:t>
            </a:r>
          </a:p>
        </p:txBody>
      </p:sp>
      <p:sp>
        <p:nvSpPr>
          <p:cNvPr id="32" name="s1-node-2">
            <a:extLst xmlns:a="http://schemas.openxmlformats.org/drawingml/2006/main">
              <a:ext uri="{FF2B5EF4-FFF2-40B4-BE49-F238E27FC236}">
                <a16:creationId xmlns:a16="http://schemas.microsoft.com/office/drawing/2014/main" id="{C916D543-62E0-4A56-B00C-5933AB06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00525"/>
            <a:ext cx="7524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33" name="s1-accent-2">
            <a:extLst xmlns:a="http://schemas.openxmlformats.org/drawingml/2006/main">
              <a:ext uri="{FF2B5EF4-FFF2-40B4-BE49-F238E27FC236}">
                <a16:creationId xmlns:a16="http://schemas.microsoft.com/office/drawing/2014/main" id="{EAFA85A0-A314-4537-859E-607F2258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95775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1-icon-bg-2">
            <a:extLst xmlns:a="http://schemas.openxmlformats.org/drawingml/2006/main">
              <a:ext uri="{FF2B5EF4-FFF2-40B4-BE49-F238E27FC236}">
                <a16:creationId xmlns:a16="http://schemas.microsoft.com/office/drawing/2014/main" id="{676B3620-A2CC-44F4-B0B3-3028AECD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0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24a80ac2b4309">
            <a:extLst>
              <a:ext uri="{96DAC541-7B7A-43D3-8B79-37D633B846F1}">
                <asvg:svgBlip xmlns:asvg="http://schemas.microsoft.com/office/drawing/2016/SVG/main" r:embed="R90a4494bdd174a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5624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6" name="s1-en-2">
            <a:extLst xmlns:a="http://schemas.openxmlformats.org/drawingml/2006/main">
              <a:ext uri="{FF2B5EF4-FFF2-40B4-BE49-F238E27FC236}">
                <a16:creationId xmlns:a16="http://schemas.microsoft.com/office/drawing/2014/main" id="{0C1F1129-BF5C-4B25-BC3E-642F83DC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529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D399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34D399"/>
                </a:solidFill>
                <a:latin typeface="Tahoma"/>
                <a:ea typeface="Tahoma"/>
                <a:cs typeface="Tahoma"/>
              </a:rPr>
              <a:t>DESKTOP APPLICATION</a:t>
            </a:r>
          </a:p>
        </p:txBody>
      </p:sp>
      <p:sp>
        <p:nvSpPr>
          <p:cNvPr id="37" name="s1-ar-2">
            <a:extLst xmlns:a="http://schemas.openxmlformats.org/drawingml/2006/main">
              <a:ext uri="{FF2B5EF4-FFF2-40B4-BE49-F238E27FC236}">
                <a16:creationId xmlns:a16="http://schemas.microsoft.com/office/drawing/2014/main" id="{71F65D0A-0102-4B2F-BB59-5BFF76E6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14825"/>
            <a:ext cx="3219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7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بوابة العمل اليومية</a:t>
            </a:r>
          </a:p>
        </p:txBody>
      </p:sp>
      <p:sp>
        <p:nvSpPr>
          <p:cNvPr id="38" name="s1-body-2">
            <a:extLst xmlns:a="http://schemas.openxmlformats.org/drawingml/2006/main">
              <a:ext uri="{FF2B5EF4-FFF2-40B4-BE49-F238E27FC236}">
                <a16:creationId xmlns:a16="http://schemas.microsoft.com/office/drawing/2014/main" id="{804D9166-BA8B-4FCE-83C7-4DE01686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67250"/>
            <a:ext cx="577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سياق المشروع • العمل المشترك</a:t>
            </a:r>
          </a:p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قراءة وبحث • معاينة وموافقة قبل التعديل</a:t>
            </a:r>
          </a:p>
        </p:txBody>
      </p:sp>
      <p:sp>
        <p:nvSpPr>
          <p:cNvPr id="39" name="s1-outcome">
            <a:extLst xmlns:a="http://schemas.openxmlformats.org/drawingml/2006/main">
              <a:ext uri="{FF2B5EF4-FFF2-40B4-BE49-F238E27FC236}">
                <a16:creationId xmlns:a16="http://schemas.microsoft.com/office/drawing/2014/main" id="{B1C50583-DB31-4C47-B477-08F3CE1E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7524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2A32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44c16fae24106">
            <a:extLst>
              <a:ext uri="{96DAC541-7B7A-43D3-8B79-37D633B846F1}">
                <asvg:svgBlip xmlns:asvg="http://schemas.microsoft.com/office/drawing/2016/SVG/main" r:embed="Rc83c2ff378cb44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67200" y="56102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s1-outcome-text">
            <a:extLst xmlns:a="http://schemas.openxmlformats.org/drawingml/2006/main">
              <a:ext uri="{FF2B5EF4-FFF2-40B4-BE49-F238E27FC236}">
                <a16:creationId xmlns:a16="http://schemas.microsoft.com/office/drawing/2014/main" id="{888F8B65-633A-4296-9F35-8624D11B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4355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المحصلة: وكيل مخصص لكل موظف، وسيطرة مؤسسية للإدارة.</a:t>
            </a:r>
          </a:p>
        </p:txBody>
      </p:sp>
    </p:spTree>
    <p:extLst>
      <p:ext uri="{BB962C8B-B14F-4D97-AF65-F5344CB8AC3E}">
        <p14:creationId xmlns:p14="http://schemas.microsoft.com/office/powerpoint/2010/main" val="2065636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low-980-430">
            <a:extLst xmlns:a="http://schemas.openxmlformats.org/drawingml/2006/main">
              <a:ext uri="{FF2B5EF4-FFF2-40B4-BE49-F238E27FC236}">
                <a16:creationId xmlns:a16="http://schemas.microsoft.com/office/drawing/2014/main" id="{80C65EDF-A998-4CAE-BCDE-AD449AC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285750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rand-2">
            <a:extLst xmlns:a="http://schemas.openxmlformats.org/drawingml/2006/main">
              <a:ext uri="{FF2B5EF4-FFF2-40B4-BE49-F238E27FC236}">
                <a16:creationId xmlns:a16="http://schemas.microsoft.com/office/drawing/2014/main" id="{311E87A5-E950-4CD7-9DEE-A508C658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KARZOUN OS</a:t>
            </a:r>
          </a:p>
        </p:txBody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44834D64-4591-4BBF-837A-7406092A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21D4FD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21D4FD"/>
                </a:solidFill>
                <a:latin typeface="Tahoma"/>
                <a:ea typeface="Tahoma"/>
                <a:cs typeface="Tahoma"/>
              </a:rPr>
              <a:t>المحرك التنفيذي</a:t>
            </a:r>
          </a:p>
        </p:txBody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DC2489-5743-41DE-A7BC-E7DF3271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79B3497C-AE9B-4CEE-9C38-E351EC15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AgentSaaS Platform Architecture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152E6A5A-CA1B-4F1B-B746-2F0CBE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7" name="title-2">
            <a:extLst xmlns:a="http://schemas.openxmlformats.org/drawingml/2006/main">
              <a:ext uri="{FF2B5EF4-FFF2-40B4-BE49-F238E27FC236}">
                <a16:creationId xmlns:a16="http://schemas.microsoft.com/office/drawing/2014/main" id="{3E8C4233-08EF-4232-AACB-C0B2C3DD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26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المحرك التنفيذي يحوّل السياسات والمعرفة إلى وكيل قابل للتنفيذ والتتبع</a:t>
            </a:r>
          </a:p>
        </p:txBody>
      </p:sp>
      <p:sp>
        <p:nvSpPr>
          <p:cNvPr id="8" name="subtitle-2">
            <a:extLst xmlns:a="http://schemas.openxmlformats.org/drawingml/2006/main">
              <a:ext uri="{FF2B5EF4-FFF2-40B4-BE49-F238E27FC236}">
                <a16:creationId xmlns:a16="http://schemas.microsoft.com/office/drawing/2014/main" id="{94B2337B-1362-4C82-8046-79D00856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 rtl="1">
              <a:defRPr sz="135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مسار كامل يبدأ بالهوية والسياق وينتهي بنتيجة موثقة، لا باستدعاء نموذج عابر.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94e57a65149a8">
            <a:extLst>
              <a:ext uri="{96DAC541-7B7A-43D3-8B79-37D633B846F1}">
                <asvg:svgBlip xmlns:asvg="http://schemas.microsoft.com/office/drawing/2016/SVG/main" r:embed="R545a75fdf3ab46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3028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c4a764fe441a3">
            <a:extLst>
              <a:ext uri="{96DAC541-7B7A-43D3-8B79-37D633B846F1}">
                <asvg:svgBlip xmlns:asvg="http://schemas.microsoft.com/office/drawing/2016/SVG/main" r:embed="Re33a7b5b57b446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028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0c853ce674430">
            <a:extLst>
              <a:ext uri="{96DAC541-7B7A-43D3-8B79-37D633B846F1}">
                <asvg:svgBlip xmlns:asvg="http://schemas.microsoft.com/office/drawing/2016/SVG/main" r:embed="R9cde735c66a045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0" y="30289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bd3cd706a43f5">
            <a:extLst>
              <a:ext uri="{96DAC541-7B7A-43D3-8B79-37D633B846F1}">
                <asvg:svgBlip xmlns:asvg="http://schemas.microsoft.com/office/drawing/2016/SVG/main" r:embed="Rd8a3f14c91854f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38500" y="3028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3" name="s2-node-0">
            <a:extLst xmlns:a="http://schemas.openxmlformats.org/drawingml/2006/main">
              <a:ext uri="{FF2B5EF4-FFF2-40B4-BE49-F238E27FC236}">
                <a16:creationId xmlns:a16="http://schemas.microsoft.com/office/drawing/2014/main" id="{D2D528D9-4759-4844-B163-5FFA84B3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809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14" name="s2-node-top-0">
            <a:extLst xmlns:a="http://schemas.openxmlformats.org/drawingml/2006/main">
              <a:ext uri="{FF2B5EF4-FFF2-40B4-BE49-F238E27FC236}">
                <a16:creationId xmlns:a16="http://schemas.microsoft.com/office/drawing/2014/main" id="{5352453A-3990-4AE9-B67F-8237DCE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2-icon-bg-0">
            <a:extLst xmlns:a="http://schemas.openxmlformats.org/drawingml/2006/main">
              <a:ext uri="{FF2B5EF4-FFF2-40B4-BE49-F238E27FC236}">
                <a16:creationId xmlns:a16="http://schemas.microsoft.com/office/drawing/2014/main" id="{BCE8DB09-BF42-4308-8DB3-5D0F325E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138bb34ed4848">
            <a:extLst>
              <a:ext uri="{96DAC541-7B7A-43D3-8B79-37D633B846F1}">
                <asvg:svgBlip xmlns:asvg="http://schemas.microsoft.com/office/drawing/2016/SVG/main" r:embed="Rd5be98b3393c4a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20425" y="27527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s2-label-0">
            <a:extLst xmlns:a="http://schemas.openxmlformats.org/drawingml/2006/main">
              <a:ext uri="{FF2B5EF4-FFF2-40B4-BE49-F238E27FC236}">
                <a16:creationId xmlns:a16="http://schemas.microsoft.com/office/drawing/2014/main" id="{D12E6E86-B1CF-41A0-ACD5-B63D7F26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9087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البروفايل والمهارات</a:t>
            </a:r>
          </a:p>
        </p:txBody>
      </p:sp>
      <p:sp>
        <p:nvSpPr>
          <p:cNvPr id="18" name="s2-sub-0">
            <a:extLst xmlns:a="http://schemas.openxmlformats.org/drawingml/2006/main">
              <a:ext uri="{FF2B5EF4-FFF2-40B4-BE49-F238E27FC236}">
                <a16:creationId xmlns:a16="http://schemas.microsoft.com/office/drawing/2014/main" id="{ABCB8512-B97C-4B86-9C8C-3DC37B0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43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SOUL • Skills • Version</a:t>
            </a:r>
          </a:p>
        </p:txBody>
      </p:sp>
      <p:sp>
        <p:nvSpPr>
          <p:cNvPr id="19" name="s2-node-1">
            <a:extLst xmlns:a="http://schemas.openxmlformats.org/drawingml/2006/main">
              <a:ext uri="{FF2B5EF4-FFF2-40B4-BE49-F238E27FC236}">
                <a16:creationId xmlns:a16="http://schemas.microsoft.com/office/drawing/2014/main" id="{9E60DD47-946A-48A2-B512-F62B4C27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1809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0" name="s2-node-top-1">
            <a:extLst xmlns:a="http://schemas.openxmlformats.org/drawingml/2006/main">
              <a:ext uri="{FF2B5EF4-FFF2-40B4-BE49-F238E27FC236}">
                <a16:creationId xmlns:a16="http://schemas.microsoft.com/office/drawing/2014/main" id="{B1E234A8-F2AE-4CB4-9ADE-A3FEB162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2-icon-bg-1">
            <a:extLst xmlns:a="http://schemas.openxmlformats.org/drawingml/2006/main">
              <a:ext uri="{FF2B5EF4-FFF2-40B4-BE49-F238E27FC236}">
                <a16:creationId xmlns:a16="http://schemas.microsoft.com/office/drawing/2014/main" id="{9F76B164-BA60-46B6-927E-99F36199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5B7CFA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482844ebc4b9a">
            <a:extLst>
              <a:ext uri="{96DAC541-7B7A-43D3-8B79-37D633B846F1}">
                <asvg:svgBlip xmlns:asvg="http://schemas.microsoft.com/office/drawing/2016/SVG/main" r:embed="R62a5edc12b3748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24925" y="27527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s2-label-1">
            <a:extLst xmlns:a="http://schemas.openxmlformats.org/drawingml/2006/main">
              <a:ext uri="{FF2B5EF4-FFF2-40B4-BE49-F238E27FC236}">
                <a16:creationId xmlns:a16="http://schemas.microsoft.com/office/drawing/2014/main" id="{371D294C-5648-4C4F-800E-69158C51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الحوكمة والتوجيه</a:t>
            </a:r>
          </a:p>
        </p:txBody>
      </p:sp>
      <p:sp>
        <p:nvSpPr>
          <p:cNvPr id="24" name="s2-sub-1">
            <a:extLst xmlns:a="http://schemas.openxmlformats.org/drawingml/2006/main">
              <a:ext uri="{FF2B5EF4-FFF2-40B4-BE49-F238E27FC236}">
                <a16:creationId xmlns:a16="http://schemas.microsoft.com/office/drawing/2014/main" id="{456DD2AF-7A3E-430F-955F-DB30C0E0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Identity • Quota • Key</a:t>
            </a:r>
          </a:p>
        </p:txBody>
      </p:sp>
      <p:sp>
        <p:nvSpPr>
          <p:cNvPr id="25" name="s2-node-2">
            <a:extLst xmlns:a="http://schemas.openxmlformats.org/drawingml/2006/main">
              <a:ext uri="{FF2B5EF4-FFF2-40B4-BE49-F238E27FC236}">
                <a16:creationId xmlns:a16="http://schemas.microsoft.com/office/drawing/2014/main" id="{D5A53152-8218-4F78-BD6B-7AE08330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1809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6" name="s2-node-top-2">
            <a:extLst xmlns:a="http://schemas.openxmlformats.org/drawingml/2006/main">
              <a:ext uri="{FF2B5EF4-FFF2-40B4-BE49-F238E27FC236}">
                <a16:creationId xmlns:a16="http://schemas.microsoft.com/office/drawing/2014/main" id="{A049A1DA-023F-4959-B771-7AD0B0B9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765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2-icon-bg-2">
            <a:extLst xmlns:a="http://schemas.openxmlformats.org/drawingml/2006/main">
              <a:ext uri="{FF2B5EF4-FFF2-40B4-BE49-F238E27FC236}">
                <a16:creationId xmlns:a16="http://schemas.microsoft.com/office/drawing/2014/main" id="{14C32999-FB51-4597-981E-6488377E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ee435bb464d85">
            <a:extLst>
              <a:ext uri="{96DAC541-7B7A-43D3-8B79-37D633B846F1}">
                <asvg:svgBlip xmlns:asvg="http://schemas.microsoft.com/office/drawing/2016/SVG/main" r:embed="R2797c5fb329345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29425" y="27527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s2-label-2">
            <a:extLst xmlns:a="http://schemas.openxmlformats.org/drawingml/2006/main">
              <a:ext uri="{FF2B5EF4-FFF2-40B4-BE49-F238E27FC236}">
                <a16:creationId xmlns:a16="http://schemas.microsoft.com/office/drawing/2014/main" id="{0F1920B7-96D8-46FF-9D6A-799B3598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9087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Orchestrator</a:t>
            </a:r>
          </a:p>
        </p:txBody>
      </p:sp>
      <p:sp>
        <p:nvSpPr>
          <p:cNvPr id="30" name="s2-sub-2">
            <a:extLst xmlns:a="http://schemas.openxmlformats.org/drawingml/2006/main">
              <a:ext uri="{FF2B5EF4-FFF2-40B4-BE49-F238E27FC236}">
                <a16:creationId xmlns:a16="http://schemas.microsoft.com/office/drawing/2014/main" id="{AA37FCF4-4C59-473F-B728-2B98638B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43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Sync • Health • Lifecycle</a:t>
            </a:r>
          </a:p>
        </p:txBody>
      </p:sp>
      <p:sp>
        <p:nvSpPr>
          <p:cNvPr id="31" name="s2-node-3">
            <a:extLst xmlns:a="http://schemas.openxmlformats.org/drawingml/2006/main">
              <a:ext uri="{FF2B5EF4-FFF2-40B4-BE49-F238E27FC236}">
                <a16:creationId xmlns:a16="http://schemas.microsoft.com/office/drawing/2014/main" id="{E55A8E25-4F6F-422F-B0CF-214B843C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1809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32" name="s2-node-top-3">
            <a:extLst xmlns:a="http://schemas.openxmlformats.org/drawingml/2006/main">
              <a:ext uri="{FF2B5EF4-FFF2-40B4-BE49-F238E27FC236}">
                <a16:creationId xmlns:a16="http://schemas.microsoft.com/office/drawing/2014/main" id="{37221FCA-98E9-4E01-BC9A-EB5FB22B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2-icon-bg-3">
            <a:extLst xmlns:a="http://schemas.openxmlformats.org/drawingml/2006/main">
              <a:ext uri="{FF2B5EF4-FFF2-40B4-BE49-F238E27FC236}">
                <a16:creationId xmlns:a16="http://schemas.microsoft.com/office/drawing/2014/main" id="{B7765B50-7E94-4CA5-98C9-9CEFB68F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e9574c7d84460">
            <a:extLst>
              <a:ext uri="{96DAC541-7B7A-43D3-8B79-37D633B846F1}">
                <asvg:svgBlip xmlns:asvg="http://schemas.microsoft.com/office/drawing/2016/SVG/main" r:embed="R65bbfbef61df4d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33925" y="27527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s2-label-3">
            <a:extLst xmlns:a="http://schemas.openxmlformats.org/drawingml/2006/main">
              <a:ext uri="{FF2B5EF4-FFF2-40B4-BE49-F238E27FC236}">
                <a16:creationId xmlns:a16="http://schemas.microsoft.com/office/drawing/2014/main" id="{E35DCC33-7FF4-4434-B887-52B2FBA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9087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Hermes Runtime</a:t>
            </a:r>
          </a:p>
        </p:txBody>
      </p:sp>
      <p:sp>
        <p:nvSpPr>
          <p:cNvPr id="36" name="s2-sub-3">
            <a:extLst xmlns:a="http://schemas.openxmlformats.org/drawingml/2006/main">
              <a:ext uri="{FF2B5EF4-FFF2-40B4-BE49-F238E27FC236}">
                <a16:creationId xmlns:a16="http://schemas.microsoft.com/office/drawing/2014/main" id="{DD9C1283-ECA0-4E60-A770-032BCB1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43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Prompt • Tools • Cowork</a:t>
            </a:r>
          </a:p>
        </p:txBody>
      </p:sp>
      <p:sp>
        <p:nvSpPr>
          <p:cNvPr id="37" name="s2-node-4">
            <a:extLst xmlns:a="http://schemas.openxmlformats.org/drawingml/2006/main">
              <a:ext uri="{FF2B5EF4-FFF2-40B4-BE49-F238E27FC236}">
                <a16:creationId xmlns:a16="http://schemas.microsoft.com/office/drawing/2014/main" id="{7D2BF143-E2A4-46A4-98B1-C3BF05B2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3812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38" name="s2-node-top-4">
            <a:extLst xmlns:a="http://schemas.openxmlformats.org/drawingml/2006/main">
              <a:ext uri="{FF2B5EF4-FFF2-40B4-BE49-F238E27FC236}">
                <a16:creationId xmlns:a16="http://schemas.microsoft.com/office/drawing/2014/main" id="{6B9EFB20-9BD0-4DBF-836D-50391FDE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2-icon-bg-4">
            <a:extLst xmlns:a="http://schemas.openxmlformats.org/drawingml/2006/main">
              <a:ext uri="{FF2B5EF4-FFF2-40B4-BE49-F238E27FC236}">
                <a16:creationId xmlns:a16="http://schemas.microsoft.com/office/drawing/2014/main" id="{6F7C3848-A102-4C8D-9307-9EABF5B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26c10e87640a6">
            <a:extLst>
              <a:ext uri="{96DAC541-7B7A-43D3-8B79-37D633B846F1}">
                <asvg:svgBlip xmlns:asvg="http://schemas.microsoft.com/office/drawing/2016/SVG/main" r:embed="Rfb7e3ca012a14b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38425" y="27527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1" name="s2-label-4">
            <a:extLst xmlns:a="http://schemas.openxmlformats.org/drawingml/2006/main">
              <a:ext uri="{FF2B5EF4-FFF2-40B4-BE49-F238E27FC236}">
                <a16:creationId xmlns:a16="http://schemas.microsoft.com/office/drawing/2014/main" id="{89939807-9D3F-49BE-A605-F7B30CFE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النموذج + الأدوات</a:t>
            </a:r>
          </a:p>
        </p:txBody>
      </p:sp>
      <p:sp>
        <p:nvSpPr>
          <p:cNvPr id="42" name="s2-sub-4">
            <a:extLst xmlns:a="http://schemas.openxmlformats.org/drawingml/2006/main">
              <a:ext uri="{FF2B5EF4-FFF2-40B4-BE49-F238E27FC236}">
                <a16:creationId xmlns:a16="http://schemas.microsoft.com/office/drawing/2014/main" id="{25846055-AB65-4885-9A6B-5576A2CD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Provider • Model • Tool Calls</a:t>
            </a:r>
          </a:p>
        </p:txBody>
      </p:sp>
      <p:sp>
        <p:nvSpPr>
          <p:cNvPr id="43" name="s2-input">
            <a:extLst xmlns:a="http://schemas.openxmlformats.org/drawingml/2006/main">
              <a:ext uri="{FF2B5EF4-FFF2-40B4-BE49-F238E27FC236}">
                <a16:creationId xmlns:a16="http://schemas.microsoft.com/office/drawing/2014/main" id="{0A9C33BB-CAEA-47A6-9B56-F176341C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2133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سياق الموظف والمشروع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69d9e8bb24a66">
            <a:extLst>
              <a:ext uri="{96DAC541-7B7A-43D3-8B79-37D633B846F1}">
                <asvg:svgBlip xmlns:asvg="http://schemas.microsoft.com/office/drawing/2016/SVG/main" r:embed="Ra41f4cff72854b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0" y="2124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s2-lanes">
            <a:extLst xmlns:a="http://schemas.openxmlformats.org/drawingml/2006/main">
              <a:ext uri="{FF2B5EF4-FFF2-40B4-BE49-F238E27FC236}">
                <a16:creationId xmlns:a16="http://schemas.microsoft.com/office/drawing/2014/main" id="{C771FAEB-D510-4D45-AD93-CC75F0D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7632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46" name="s2-lane-direct">
            <a:extLst xmlns:a="http://schemas.openxmlformats.org/drawingml/2006/main">
              <a:ext uri="{FF2B5EF4-FFF2-40B4-BE49-F238E27FC236}">
                <a16:creationId xmlns:a16="http://schemas.microsoft.com/office/drawing/2014/main" id="{7AC55C56-429A-4933-8A14-9D9EB994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91025"/>
            <a:ext cx="519112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F3B"/>
          </a:solidFill>
          <a:ln xmlns:a="http://schemas.openxmlformats.org/drawingml/2006/main" w="9525">
            <a:solidFill>
              <a:srgbClr val="5B7CFA"/>
            </a:solidFill>
            <a:prstDash val="solid"/>
          </a:ln>
        </p:spPr>
      </p:sp>
      <p:sp>
        <p:nvSpPr>
          <p:cNvPr id="47" name="s2-lane-hermes">
            <a:extLst xmlns:a="http://schemas.openxmlformats.org/drawingml/2006/main">
              <a:ext uri="{FF2B5EF4-FFF2-40B4-BE49-F238E27FC236}">
                <a16:creationId xmlns:a16="http://schemas.microsoft.com/office/drawing/2014/main" id="{CAAB1FB4-2553-46AA-AA06-07E78B7D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91025"/>
            <a:ext cx="490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A32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781a093b540b1">
            <a:extLst>
              <a:ext uri="{96DAC541-7B7A-43D3-8B79-37D633B846F1}">
                <asvg:svgBlip xmlns:asvg="http://schemas.microsoft.com/office/drawing/2016/SVG/main" r:embed="R6928166bbecd44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34700" y="4533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9" name="s2-direct">
            <a:extLst xmlns:a="http://schemas.openxmlformats.org/drawingml/2006/main">
              <a:ext uri="{FF2B5EF4-FFF2-40B4-BE49-F238E27FC236}">
                <a16:creationId xmlns:a16="http://schemas.microsoft.com/office/drawing/2014/main" id="{E10E4F1F-CCD6-460C-877E-ABD9C47C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المسار المباشر — تفعيل أسرع للحالات الأبسط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f965db98b492e">
            <a:extLst>
              <a:ext uri="{96DAC541-7B7A-43D3-8B79-37D633B846F1}">
                <asvg:svgBlip xmlns:asvg="http://schemas.microsoft.com/office/drawing/2016/SVG/main" r:embed="Rc24e7576525048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14975" y="4533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1" name="s2-hermes">
            <a:extLst xmlns:a="http://schemas.openxmlformats.org/drawingml/2006/main">
              <a:ext uri="{FF2B5EF4-FFF2-40B4-BE49-F238E27FC236}">
                <a16:creationId xmlns:a16="http://schemas.microsoft.com/office/drawing/2014/main" id="{C0FD2323-2B52-4643-A65D-AE830E2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403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مسار هيرمس — سياق أعمق وأدوات أغنى</a:t>
            </a:r>
          </a:p>
        </p:txBody>
      </p:sp>
      <p:sp>
        <p:nvSpPr>
          <p:cNvPr id="52" name="s2-telemetry">
            <a:extLst xmlns:a="http://schemas.openxmlformats.org/drawingml/2006/main">
              <a:ext uri="{FF2B5EF4-FFF2-40B4-BE49-F238E27FC236}">
                <a16:creationId xmlns:a16="http://schemas.microsoft.com/office/drawing/2014/main" id="{27BD6251-B2BA-4DD9-A274-5804920E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763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c986e590b4193">
            <a:extLst>
              <a:ext uri="{96DAC541-7B7A-43D3-8B79-37D633B846F1}">
                <asvg:svgBlip xmlns:asvg="http://schemas.microsoft.com/office/drawing/2016/SVG/main" r:embed="R3f51735bdbf14d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48950" y="55340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4" name="s2-telemetry-title">
            <a:extLst xmlns:a="http://schemas.openxmlformats.org/drawingml/2006/main">
              <a:ext uri="{FF2B5EF4-FFF2-40B4-BE49-F238E27FC236}">
                <a16:creationId xmlns:a16="http://schemas.microsoft.com/office/drawing/2014/main" id="{24BFFA7A-8E58-4A02-9E07-B8C58A61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38775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نتيجة موثقة لكل تشغيل</a:t>
            </a:r>
          </a:p>
        </p:txBody>
      </p:sp>
      <p:sp>
        <p:nvSpPr>
          <p:cNvPr id="55" name="s2-telemetry-body">
            <a:extLst xmlns:a="http://schemas.openxmlformats.org/drawingml/2006/main">
              <a:ext uri="{FF2B5EF4-FFF2-40B4-BE49-F238E27FC236}">
                <a16:creationId xmlns:a16="http://schemas.microsoft.com/office/drawing/2014/main" id="{590EC5C7-6933-4D96-8DC1-2D8D8AE3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43575"/>
            <a:ext cx="922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سجل التشغيل والأحداث  |  الرموز والتكلفة  |  الأدوات المستخدمة  |  حالة التنفيذ</a:t>
            </a:r>
          </a:p>
        </p:txBody>
      </p:sp>
    </p:spTree>
    <p:extLst>
      <p:ext uri="{BB962C8B-B14F-4D97-AF65-F5344CB8AC3E}">
        <p14:creationId xmlns:p14="http://schemas.microsoft.com/office/powerpoint/2010/main" val="1091016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low-0-360">
            <a:extLst xmlns:a="http://schemas.openxmlformats.org/drawingml/2006/main">
              <a:ext uri="{FF2B5EF4-FFF2-40B4-BE49-F238E27FC236}">
                <a16:creationId xmlns:a16="http://schemas.microsoft.com/office/drawing/2014/main" id="{E995F2AC-7723-496A-AAB1-68F8256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2857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6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rand-3">
            <a:extLst xmlns:a="http://schemas.openxmlformats.org/drawingml/2006/main">
              <a:ext uri="{FF2B5EF4-FFF2-40B4-BE49-F238E27FC236}">
                <a16:creationId xmlns:a16="http://schemas.microsoft.com/office/drawing/2014/main" id="{648688C3-B467-40B6-94CF-B5CDF64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KARZOUN OS</a:t>
            </a:r>
          </a:p>
        </p:txBody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E6E4F7DF-70C6-40B5-9E30-E0E46CEA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21D4FD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21D4FD"/>
                </a:solidFill>
                <a:latin typeface="Tahoma"/>
                <a:ea typeface="Tahoma"/>
                <a:cs typeface="Tahoma"/>
              </a:rPr>
              <a:t>طبقة الإدارة</a:t>
            </a:r>
          </a:p>
        </p:txBody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9F5E3F8E-2E5D-4500-BF9E-663AD4AE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8412B90B-8192-4653-A762-59657561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AgentSaaS Platform Architecture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221FFAAF-01A9-4D57-933A-0B4CE497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7" name="title-3">
            <a:extLst xmlns:a="http://schemas.openxmlformats.org/drawingml/2006/main">
              <a:ext uri="{FF2B5EF4-FFF2-40B4-BE49-F238E27FC236}">
                <a16:creationId xmlns:a16="http://schemas.microsoft.com/office/drawing/2014/main" id="{23197069-ECDA-4B15-8F8F-F1D097B7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0550"/>
            <a:ext cx="714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لوحة الإدارة هي غرفة قيادة الذكاء الاصطناعي داخل الشركة</a:t>
            </a:r>
          </a:p>
        </p:txBody>
      </p:sp>
      <p:sp>
        <p:nvSpPr>
          <p:cNvPr id="8" name="subtitle-3">
            <a:extLst xmlns:a="http://schemas.openxmlformats.org/drawingml/2006/main">
              <a:ext uri="{FF2B5EF4-FFF2-40B4-BE49-F238E27FC236}">
                <a16:creationId xmlns:a16="http://schemas.microsoft.com/office/drawing/2014/main" id="{414B95E3-47BC-4F1A-9C7C-897AD14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09700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 rtl="1">
              <a:defRPr sz="135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واجهة واحدة تربط الأشخاص والوكلاء والتكلفة والتشغيل في نقطة قرار.</a:t>
            </a:r>
          </a:p>
        </p:txBody>
      </p:sp>
      <p:sp>
        <p:nvSpPr>
          <p:cNvPr id="9" name="s3-line-top">
            <a:extLst xmlns:a="http://schemas.openxmlformats.org/drawingml/2006/main">
              <a:ext uri="{FF2B5EF4-FFF2-40B4-BE49-F238E27FC236}">
                <a16:creationId xmlns:a16="http://schemas.microsoft.com/office/drawing/2014/main" id="{1D6FAF36-7B37-4EDC-857B-B3B0D708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812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3-line-bottom">
            <a:extLst xmlns:a="http://schemas.openxmlformats.org/drawingml/2006/main">
              <a:ext uri="{FF2B5EF4-FFF2-40B4-BE49-F238E27FC236}">
                <a16:creationId xmlns:a16="http://schemas.microsoft.com/office/drawing/2014/main" id="{D8FD76CC-25B2-4F62-9EC6-46D320DF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9577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3-line-left">
            <a:extLst xmlns:a="http://schemas.openxmlformats.org/drawingml/2006/main">
              <a:ext uri="{FF2B5EF4-FFF2-40B4-BE49-F238E27FC236}">
                <a16:creationId xmlns:a16="http://schemas.microsoft.com/office/drawing/2014/main" id="{FF4AAF83-F4D2-40BA-8243-C10E53DB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957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3-line-right">
            <a:extLst xmlns:a="http://schemas.openxmlformats.org/drawingml/2006/main">
              <a:ext uri="{FF2B5EF4-FFF2-40B4-BE49-F238E27FC236}">
                <a16:creationId xmlns:a16="http://schemas.microsoft.com/office/drawing/2014/main" id="{5242C05C-6CD9-4E0C-8FF5-7F3974E0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957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3-hub-outer">
            <a:extLst xmlns:a="http://schemas.openxmlformats.org/drawingml/2006/main">
              <a:ext uri="{FF2B5EF4-FFF2-40B4-BE49-F238E27FC236}">
                <a16:creationId xmlns:a16="http://schemas.microsoft.com/office/drawing/2014/main" id="{49179F19-60E8-4BC7-B54A-D03998FF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19050">
            <a:solidFill>
              <a:srgbClr val="5B7CFA"/>
            </a:solidFill>
            <a:prstDash val="solid"/>
          </a:ln>
        </p:spPr>
      </p:sp>
      <p:sp>
        <p:nvSpPr>
          <p:cNvPr id="14" name="s3-hub-inner">
            <a:extLst xmlns:a="http://schemas.openxmlformats.org/drawingml/2006/main">
              <a:ext uri="{FF2B5EF4-FFF2-40B4-BE49-F238E27FC236}">
                <a16:creationId xmlns:a16="http://schemas.microsoft.com/office/drawing/2014/main" id="{B2CE37DF-757E-4006-A3C2-B5842793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641"/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d8cf84c8b4dc8">
            <a:extLst>
              <a:ext uri="{96DAC541-7B7A-43D3-8B79-37D633B846F1}">
                <asvg:svgBlip xmlns:asvg="http://schemas.microsoft.com/office/drawing/2016/SVG/main" r:embed="R4df68617140444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76900" y="3352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6" name="s3-hub-en">
            <a:extLst xmlns:a="http://schemas.openxmlformats.org/drawingml/2006/main">
              <a:ext uri="{FF2B5EF4-FFF2-40B4-BE49-F238E27FC236}">
                <a16:creationId xmlns:a16="http://schemas.microsoft.com/office/drawing/2014/main" id="{3B77C60D-0F29-4012-8CB4-D9C26DCB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48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CONTROL PLANE</a:t>
            </a:r>
          </a:p>
        </p:txBody>
      </p:sp>
      <p:sp>
        <p:nvSpPr>
          <p:cNvPr id="17" name="s3-hub-ar">
            <a:extLst xmlns:a="http://schemas.openxmlformats.org/drawingml/2006/main">
              <a:ext uri="{FF2B5EF4-FFF2-40B4-BE49-F238E27FC236}">
                <a16:creationId xmlns:a16="http://schemas.microsoft.com/office/drawing/2014/main" id="{8BFB708B-84FC-426D-BAB6-4ADE1BC6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671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قرار موحّد</a:t>
            </a:r>
          </a:p>
        </p:txBody>
      </p:sp>
      <p:sp>
        <p:nvSpPr>
          <p:cNvPr id="18" name="s3-spoke-0">
            <a:extLst xmlns:a="http://schemas.openxmlformats.org/drawingml/2006/main">
              <a:ext uri="{FF2B5EF4-FFF2-40B4-BE49-F238E27FC236}">
                <a16:creationId xmlns:a16="http://schemas.microsoft.com/office/drawing/2014/main" id="{203D3BE2-3E9A-4227-92C8-1D31D972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52600"/>
            <a:ext cx="2857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19" name="s3-spoke-accent-0">
            <a:extLst xmlns:a="http://schemas.openxmlformats.org/drawingml/2006/main">
              <a:ext uri="{FF2B5EF4-FFF2-40B4-BE49-F238E27FC236}">
                <a16:creationId xmlns:a16="http://schemas.microsoft.com/office/drawing/2014/main" id="{3EEF0F2C-A5F9-47C9-B595-4A78F5BC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47850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11166c7084f91">
            <a:extLst>
              <a:ext uri="{96DAC541-7B7A-43D3-8B79-37D633B846F1}">
                <asvg:svgBlip xmlns:asvg="http://schemas.microsoft.com/office/drawing/2016/SVG/main" r:embed="R216763a1fd0148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24675" y="1943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1" name="s3-spoke-title-0">
            <a:extLst xmlns:a="http://schemas.openxmlformats.org/drawingml/2006/main">
              <a:ext uri="{FF2B5EF4-FFF2-40B4-BE49-F238E27FC236}">
                <a16:creationId xmlns:a16="http://schemas.microsoft.com/office/drawing/2014/main" id="{9676564E-5BC3-46B7-9510-F2CF7381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8859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الأشخاص والوصول</a:t>
            </a:r>
          </a:p>
        </p:txBody>
      </p:sp>
      <p:sp>
        <p:nvSpPr>
          <p:cNvPr id="22" name="s3-spoke-body-0">
            <a:extLst xmlns:a="http://schemas.openxmlformats.org/drawingml/2006/main">
              <a:ext uri="{FF2B5EF4-FFF2-40B4-BE49-F238E27FC236}">
                <a16:creationId xmlns:a16="http://schemas.microsoft.com/office/drawing/2014/main" id="{ED0341CF-9E1C-46E4-A96E-7A8760AC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479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Employees • Roles • Assignments</a:t>
            </a:r>
          </a:p>
        </p:txBody>
      </p:sp>
      <p:sp>
        <p:nvSpPr>
          <p:cNvPr id="23" name="s3-spoke-1">
            <a:extLst xmlns:a="http://schemas.openxmlformats.org/drawingml/2006/main">
              <a:ext uri="{FF2B5EF4-FFF2-40B4-BE49-F238E27FC236}">
                <a16:creationId xmlns:a16="http://schemas.microsoft.com/office/drawing/2014/main" id="{D1F502BC-E2E6-472D-A9E2-BF20CF7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4290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4" name="s3-spoke-accent-1">
            <a:extLst xmlns:a="http://schemas.openxmlformats.org/drawingml/2006/main">
              <a:ext uri="{FF2B5EF4-FFF2-40B4-BE49-F238E27FC236}">
                <a16:creationId xmlns:a16="http://schemas.microsoft.com/office/drawing/2014/main" id="{1F2FE7D1-27B8-4873-9435-CE60C260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4325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f9e2f84c04861">
            <a:extLst>
              <a:ext uri="{96DAC541-7B7A-43D3-8B79-37D633B846F1}">
                <asvg:svgBlip xmlns:asvg="http://schemas.microsoft.com/office/drawing/2016/SVG/main" r:embed="Rfd6d3290750a4c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96550" y="3238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6" name="s3-spoke-title-1">
            <a:extLst xmlns:a="http://schemas.openxmlformats.org/drawingml/2006/main">
              <a:ext uri="{FF2B5EF4-FFF2-40B4-BE49-F238E27FC236}">
                <a16:creationId xmlns:a16="http://schemas.microsoft.com/office/drawing/2014/main" id="{A5493DE3-39DF-4AC5-88C6-EAF13C16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81350"/>
            <a:ext cx="2495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الوكلاء والمعرفة</a:t>
            </a:r>
          </a:p>
        </p:txBody>
      </p:sp>
      <p:sp>
        <p:nvSpPr>
          <p:cNvPr id="27" name="s3-spoke-body-1">
            <a:extLst xmlns:a="http://schemas.openxmlformats.org/drawingml/2006/main">
              <a:ext uri="{FF2B5EF4-FFF2-40B4-BE49-F238E27FC236}">
                <a16:creationId xmlns:a16="http://schemas.microsoft.com/office/drawing/2014/main" id="{DF9B25FA-FFB1-4AD9-8787-6222C489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2971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البروفايلات • المهارات • القوالب</a:t>
            </a:r>
          </a:p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اختبار الوكيل قبل النشر</a:t>
            </a:r>
          </a:p>
        </p:txBody>
      </p:sp>
      <p:sp>
        <p:nvSpPr>
          <p:cNvPr id="28" name="s3-spoke-2">
            <a:extLst xmlns:a="http://schemas.openxmlformats.org/drawingml/2006/main">
              <a:ext uri="{FF2B5EF4-FFF2-40B4-BE49-F238E27FC236}">
                <a16:creationId xmlns:a16="http://schemas.microsoft.com/office/drawing/2014/main" id="{72422718-3F64-423F-B6F3-0B23C38E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3143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9" name="s3-spoke-accent-2">
            <a:extLst xmlns:a="http://schemas.openxmlformats.org/drawingml/2006/main">
              <a:ext uri="{FF2B5EF4-FFF2-40B4-BE49-F238E27FC236}">
                <a16:creationId xmlns:a16="http://schemas.microsoft.com/office/drawing/2014/main" id="{8513FD71-BEFD-4D5E-A41C-DC7EFC90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4325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cffd225ab4975">
            <a:extLst>
              <a:ext uri="{96DAC541-7B7A-43D3-8B79-37D633B846F1}">
                <asvg:svgBlip xmlns:asvg="http://schemas.microsoft.com/office/drawing/2016/SVG/main" r:embed="R3ab651d824554b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90925" y="3238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1" name="s3-spoke-title-2">
            <a:extLst xmlns:a="http://schemas.openxmlformats.org/drawingml/2006/main">
              <a:ext uri="{FF2B5EF4-FFF2-40B4-BE49-F238E27FC236}">
                <a16:creationId xmlns:a16="http://schemas.microsoft.com/office/drawing/2014/main" id="{13084097-D62B-4765-AE17-7B68BEF0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813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القيمة والتكلفة</a:t>
            </a:r>
          </a:p>
        </p:txBody>
      </p:sp>
      <p:sp>
        <p:nvSpPr>
          <p:cNvPr id="32" name="s3-spoke-body-2">
            <a:extLst xmlns:a="http://schemas.openxmlformats.org/drawingml/2006/main">
              <a:ext uri="{FF2B5EF4-FFF2-40B4-BE49-F238E27FC236}">
                <a16:creationId xmlns:a16="http://schemas.microsoft.com/office/drawing/2014/main" id="{0D50DFE0-A7BA-463E-AFAF-F56E31BE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43300"/>
            <a:ext cx="2686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مؤشرات الاستخدام • تكلفة المستخدم والبروفايل</a:t>
            </a:r>
          </a:p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الحصص • تسعير المزود</a:t>
            </a:r>
          </a:p>
        </p:txBody>
      </p:sp>
      <p:sp>
        <p:nvSpPr>
          <p:cNvPr id="33" name="s3-spoke-3">
            <a:extLst xmlns:a="http://schemas.openxmlformats.org/drawingml/2006/main">
              <a:ext uri="{FF2B5EF4-FFF2-40B4-BE49-F238E27FC236}">
                <a16:creationId xmlns:a16="http://schemas.microsoft.com/office/drawing/2014/main" id="{03D9AC8E-0D37-4B7F-8EA8-D8F7E063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3143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34" name="s3-spoke-accent-3">
            <a:extLst xmlns:a="http://schemas.openxmlformats.org/drawingml/2006/main">
              <a:ext uri="{FF2B5EF4-FFF2-40B4-BE49-F238E27FC236}">
                <a16:creationId xmlns:a16="http://schemas.microsoft.com/office/drawing/2014/main" id="{153F64F3-30BD-47C0-80AA-4E557C67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c1ec68c1e4323">
            <a:extLst>
              <a:ext uri="{96DAC541-7B7A-43D3-8B79-37D633B846F1}">
                <asvg:svgBlip xmlns:asvg="http://schemas.microsoft.com/office/drawing/2016/SVG/main" r:embed="R3faeee040ddb4f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67550" y="5238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6" name="s3-spoke-title-3">
            <a:extLst xmlns:a="http://schemas.openxmlformats.org/drawingml/2006/main">
              <a:ext uri="{FF2B5EF4-FFF2-40B4-BE49-F238E27FC236}">
                <a16:creationId xmlns:a16="http://schemas.microsoft.com/office/drawing/2014/main" id="{919DA67A-4D3D-4508-AEA9-2D6F619E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816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التشغيل والحوكمة</a:t>
            </a:r>
          </a:p>
        </p:txBody>
      </p:sp>
      <p:sp>
        <p:nvSpPr>
          <p:cNvPr id="37" name="s3-spoke-body-3">
            <a:extLst xmlns:a="http://schemas.openxmlformats.org/drawingml/2006/main">
              <a:ext uri="{FF2B5EF4-FFF2-40B4-BE49-F238E27FC236}">
                <a16:creationId xmlns:a16="http://schemas.microsoft.com/office/drawing/2014/main" id="{659A42F1-BBE0-4877-A56A-FDB16CC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435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صحة المحرك • التدقيق • التنبيهات • الجلسات</a:t>
            </a:r>
          </a:p>
        </p:txBody>
      </p:sp>
      <p:sp>
        <p:nvSpPr>
          <p:cNvPr id="38" name="s3-stack">
            <a:extLst xmlns:a="http://schemas.openxmlformats.org/drawingml/2006/main">
              <a:ext uri="{FF2B5EF4-FFF2-40B4-BE49-F238E27FC236}">
                <a16:creationId xmlns:a16="http://schemas.microsoft.com/office/drawing/2014/main" id="{5A200A46-61A8-41E9-BDC0-F640DF79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2667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39" name="s3-stack-label">
            <a:extLst xmlns:a="http://schemas.openxmlformats.org/drawingml/2006/main">
              <a:ext uri="{FF2B5EF4-FFF2-40B4-BE49-F238E27FC236}">
                <a16:creationId xmlns:a16="http://schemas.microsoft.com/office/drawing/2014/main" id="{C3537BEA-2151-4F44-886D-660F0477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012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CFA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5B7CFA"/>
                </a:solidFill>
                <a:latin typeface="Tahoma"/>
                <a:ea typeface="Tahoma"/>
                <a:cs typeface="Tahoma"/>
              </a:rPr>
              <a:t>TECHNICAL FOUNDATION</a:t>
            </a:r>
          </a:p>
        </p:txBody>
      </p:sp>
      <p:sp>
        <p:nvSpPr>
          <p:cNvPr id="40" name="s3-stack-text">
            <a:extLst xmlns:a="http://schemas.openxmlformats.org/drawingml/2006/main">
              <a:ext uri="{FF2B5EF4-FFF2-40B4-BE49-F238E27FC236}">
                <a16:creationId xmlns:a16="http://schemas.microsoft.com/office/drawing/2014/main" id="{FE94765E-5F8A-4232-9260-97A5B2CF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673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Next.js  ↔  FastAPI</a:t>
            </a:r>
          </a:p>
          <a:p xmlns:a="http://schemas.openxmlformats.org/drawingml/2006/main">
            <a:pPr algn="r">
              <a:defRPr sz="127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PostgreSQL • Redis • Celery</a:t>
            </a:r>
          </a:p>
        </p:txBody>
      </p:sp>
      <p:sp>
        <p:nvSpPr>
          <p:cNvPr id="41" name="s3-stack-note">
            <a:extLst xmlns:a="http://schemas.openxmlformats.org/drawingml/2006/main">
              <a:ext uri="{FF2B5EF4-FFF2-40B4-BE49-F238E27FC236}">
                <a16:creationId xmlns:a16="http://schemas.microsoft.com/office/drawing/2014/main" id="{A199DF0A-4FEF-4958-B6FD-B1E52A8D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57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938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938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نقطة الحقيقة والسياسات المركزية</a:t>
            </a:r>
          </a:p>
        </p:txBody>
      </p:sp>
    </p:spTree>
    <p:extLst>
      <p:ext uri="{BB962C8B-B14F-4D97-AF65-F5344CB8AC3E}">
        <p14:creationId xmlns:p14="http://schemas.microsoft.com/office/powerpoint/2010/main" val="1630267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low-920-150">
            <a:extLst xmlns:a="http://schemas.openxmlformats.org/drawingml/2006/main">
              <a:ext uri="{FF2B5EF4-FFF2-40B4-BE49-F238E27FC236}">
                <a16:creationId xmlns:a16="http://schemas.microsoft.com/office/drawing/2014/main" id="{266B5ED9-0C8F-46F0-A69C-B9EC234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3429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rand-4">
            <a:extLst xmlns:a="http://schemas.openxmlformats.org/drawingml/2006/main">
              <a:ext uri="{FF2B5EF4-FFF2-40B4-BE49-F238E27FC236}">
                <a16:creationId xmlns:a16="http://schemas.microsoft.com/office/drawing/2014/main" id="{854CB0E7-F857-4FAF-B22C-3B62B904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KARZOUN OS</a:t>
            </a:r>
          </a:p>
        </p:txBody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A1775C3F-8CC0-4B2F-82DC-E923BEAB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21D4FD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21D4FD"/>
                </a:solidFill>
                <a:latin typeface="Tahoma"/>
                <a:ea typeface="Tahoma"/>
                <a:cs typeface="Tahoma"/>
              </a:rPr>
              <a:t>واجهة الموظف</a:t>
            </a:r>
          </a:p>
        </p:txBody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B6FFB75C-27EB-46AB-B514-5610C66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45E150EB-728D-48BB-84F5-A28930C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AgentSaaS Platform Architecture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61A2F942-8B8A-4254-940E-DAE29C82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22F2D54A-20BE-43E7-90BA-D8FEA34E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05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تطبيق الدسكتوب يضع الوكيل داخل سياق العمل الحقيقي</a:t>
            </a:r>
          </a:p>
        </p:txBody>
      </p:sp>
      <p:sp>
        <p:nvSpPr>
          <p:cNvPr id="8" name="subtitle-4">
            <a:extLst xmlns:a="http://schemas.openxmlformats.org/drawingml/2006/main">
              <a:ext uri="{FF2B5EF4-FFF2-40B4-BE49-F238E27FC236}">
                <a16:creationId xmlns:a16="http://schemas.microsoft.com/office/drawing/2014/main" id="{294785C4-4C60-40B4-B5A4-3CEF9A9F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097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 rtl="1">
              <a:defRPr sz="135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تجربة محلية بسيطة للموظف، وحدود واضحة لما يقرأه الوكيل وما يطبّقه.</a:t>
            </a:r>
          </a:p>
        </p:txBody>
      </p:sp>
      <p:sp>
        <p:nvSpPr>
          <p:cNvPr id="9" name="s4-screen-frame">
            <a:extLst xmlns:a="http://schemas.openxmlformats.org/drawingml/2006/main">
              <a:ext uri="{FF2B5EF4-FFF2-40B4-BE49-F238E27FC236}">
                <a16:creationId xmlns:a16="http://schemas.microsoft.com/office/drawing/2014/main" id="{D45670F9-7C75-4F52-9B84-4301F7C6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18185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3564143584735"/>
          <a:srcRect xmlns:a="http://schemas.openxmlformats.org/drawingml/2006/main" l="6541" t="0" r="65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52600"/>
            <a:ext cx="6953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1" name="s4-screen-label">
            <a:extLst xmlns:a="http://schemas.openxmlformats.org/drawingml/2006/main">
              <a:ext uri="{FF2B5EF4-FFF2-40B4-BE49-F238E27FC236}">
                <a16:creationId xmlns:a16="http://schemas.microsoft.com/office/drawing/2014/main" id="{F670B54D-975A-499C-8958-BB976982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80975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5B7CFA"/>
            </a:solidFill>
            <a:prstDash val="solid"/>
          </a:ln>
        </p:spPr>
      </p:sp>
      <p:sp>
        <p:nvSpPr>
          <p:cNvPr id="12" name="s4-screen-label-text">
            <a:extLst xmlns:a="http://schemas.openxmlformats.org/drawingml/2006/main">
              <a:ext uri="{FF2B5EF4-FFF2-40B4-BE49-F238E27FC236}">
                <a16:creationId xmlns:a16="http://schemas.microsoft.com/office/drawing/2014/main" id="{CD0A06CB-8535-4D9D-B790-F8B0DC47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D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21D4FD"/>
                </a:solidFill>
                <a:latin typeface="Tahoma"/>
                <a:ea typeface="Tahoma"/>
                <a:cs typeface="Tahoma"/>
              </a:rPr>
              <a:t>DESKTOP / ELECTRON</a:t>
            </a:r>
          </a:p>
        </p:txBody>
      </p:sp>
      <p:sp>
        <p:nvSpPr>
          <p:cNvPr id="13" name="s4-item-0">
            <a:extLst xmlns:a="http://schemas.openxmlformats.org/drawingml/2006/main">
              <a:ext uri="{FF2B5EF4-FFF2-40B4-BE49-F238E27FC236}">
                <a16:creationId xmlns:a16="http://schemas.microsoft.com/office/drawing/2014/main" id="{8DAC8E35-B071-4F8A-A7F7-9AC2F1B9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581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14" name="s4-item-accent-0">
            <a:extLst xmlns:a="http://schemas.openxmlformats.org/drawingml/2006/main">
              <a:ext uri="{FF2B5EF4-FFF2-40B4-BE49-F238E27FC236}">
                <a16:creationId xmlns:a16="http://schemas.microsoft.com/office/drawing/2014/main" id="{6C62FAA7-0F6D-4B67-AD7D-2A6886BC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88595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b87319c024bc6">
            <a:extLst>
              <a:ext uri="{96DAC541-7B7A-43D3-8B79-37D633B846F1}">
                <asvg:svgBlip xmlns:asvg="http://schemas.microsoft.com/office/drawing/2016/SVG/main" r:embed="Ra8979837f6a14f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19812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s4-item-title-0">
            <a:extLst xmlns:a="http://schemas.openxmlformats.org/drawingml/2006/main">
              <a:ext uri="{FF2B5EF4-FFF2-40B4-BE49-F238E27FC236}">
                <a16:creationId xmlns:a16="http://schemas.microsoft.com/office/drawing/2014/main" id="{DAD3CF59-06A9-4243-B899-C16CBE69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سياق المشروع</a:t>
            </a:r>
          </a:p>
        </p:txBody>
      </p:sp>
      <p:sp>
        <p:nvSpPr>
          <p:cNvPr id="17" name="s4-item-body-0">
            <a:extLst xmlns:a="http://schemas.openxmlformats.org/drawingml/2006/main">
              <a:ext uri="{FF2B5EF4-FFF2-40B4-BE49-F238E27FC236}">
                <a16:creationId xmlns:a16="http://schemas.microsoft.com/office/drawing/2014/main" id="{69AABCB2-1BF7-45E8-92CC-4A68635A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0275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اختيار مجلد وملفات أولوية، مع استبعاد الملفات الحساسة.</a:t>
            </a:r>
          </a:p>
        </p:txBody>
      </p:sp>
      <p:sp>
        <p:nvSpPr>
          <p:cNvPr id="18" name="s4-item-1">
            <a:extLst xmlns:a="http://schemas.openxmlformats.org/drawingml/2006/main">
              <a:ext uri="{FF2B5EF4-FFF2-40B4-BE49-F238E27FC236}">
                <a16:creationId xmlns:a16="http://schemas.microsoft.com/office/drawing/2014/main" id="{B168DEAC-9D7E-456D-9D91-CCF6258D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3581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19" name="s4-item-accent-1">
            <a:extLst xmlns:a="http://schemas.openxmlformats.org/drawingml/2006/main">
              <a:ext uri="{FF2B5EF4-FFF2-40B4-BE49-F238E27FC236}">
                <a16:creationId xmlns:a16="http://schemas.microsoft.com/office/drawing/2014/main" id="{CBD11AC3-DD6F-4CE4-8324-573BE2B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956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9f70bd9e84879">
            <a:extLst>
              <a:ext uri="{96DAC541-7B7A-43D3-8B79-37D633B846F1}">
                <asvg:svgBlip xmlns:asvg="http://schemas.microsoft.com/office/drawing/2016/SVG/main" r:embed="R5ff52cd060bf4d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29908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s4-item-title-1">
            <a:extLst xmlns:a="http://schemas.openxmlformats.org/drawingml/2006/main">
              <a:ext uri="{FF2B5EF4-FFF2-40B4-BE49-F238E27FC236}">
                <a16:creationId xmlns:a16="http://schemas.microsoft.com/office/drawing/2014/main" id="{62D570B9-EFCB-4E8E-86BD-841A5F5F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أدوات محلية منضبطة</a:t>
            </a:r>
          </a:p>
        </p:txBody>
      </p:sp>
      <p:sp>
        <p:nvSpPr>
          <p:cNvPr id="22" name="s4-item-body-1">
            <a:extLst xmlns:a="http://schemas.openxmlformats.org/drawingml/2006/main">
              <a:ext uri="{FF2B5EF4-FFF2-40B4-BE49-F238E27FC236}">
                <a16:creationId xmlns:a16="http://schemas.microsoft.com/office/drawing/2014/main" id="{DC0DC9C6-53B4-431D-A360-E1FC8BA8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قراءة وبحث داخل مجلد المشروع فقط.</a:t>
            </a:r>
          </a:p>
        </p:txBody>
      </p:sp>
      <p:sp>
        <p:nvSpPr>
          <p:cNvPr id="23" name="s4-item-2">
            <a:extLst xmlns:a="http://schemas.openxmlformats.org/drawingml/2006/main">
              <a:ext uri="{FF2B5EF4-FFF2-40B4-BE49-F238E27FC236}">
                <a16:creationId xmlns:a16="http://schemas.microsoft.com/office/drawing/2014/main" id="{2639B125-29DA-4AB0-8058-76F37D5D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0000"/>
            <a:ext cx="3581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4" name="s4-item-accent-2">
            <a:extLst xmlns:a="http://schemas.openxmlformats.org/drawingml/2006/main">
              <a:ext uri="{FF2B5EF4-FFF2-40B4-BE49-F238E27FC236}">
                <a16:creationId xmlns:a16="http://schemas.microsoft.com/office/drawing/2014/main" id="{3A3E8C60-A97F-4CED-B968-072B814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90525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e04119fb94354">
            <a:extLst>
              <a:ext uri="{96DAC541-7B7A-43D3-8B79-37D633B846F1}">
                <asvg:svgBlip xmlns:asvg="http://schemas.microsoft.com/office/drawing/2016/SVG/main" r:embed="R9d36875e11e140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4000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s4-item-title-2">
            <a:extLst xmlns:a="http://schemas.openxmlformats.org/drawingml/2006/main">
              <a:ext uri="{FF2B5EF4-FFF2-40B4-BE49-F238E27FC236}">
                <a16:creationId xmlns:a16="http://schemas.microsoft.com/office/drawing/2014/main" id="{0297B0D9-7BE7-4EF5-97CA-C5CDA8F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موافقة قبل التغيير</a:t>
            </a:r>
          </a:p>
        </p:txBody>
      </p:sp>
      <p:sp>
        <p:nvSpPr>
          <p:cNvPr id="27" name="s4-item-body-2">
            <a:extLst xmlns:a="http://schemas.openxmlformats.org/drawingml/2006/main">
              <a:ext uri="{FF2B5EF4-FFF2-40B4-BE49-F238E27FC236}">
                <a16:creationId xmlns:a16="http://schemas.microsoft.com/office/drawing/2014/main" id="{B965A8B4-A0FC-4A9C-B282-52F2EDC2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معاينة الفروقات قبل التطبيق؛ لا تعديل بصمت.</a:t>
            </a:r>
          </a:p>
        </p:txBody>
      </p:sp>
      <p:sp>
        <p:nvSpPr>
          <p:cNvPr id="28" name="s4-item-3">
            <a:extLst xmlns:a="http://schemas.openxmlformats.org/drawingml/2006/main">
              <a:ext uri="{FF2B5EF4-FFF2-40B4-BE49-F238E27FC236}">
                <a16:creationId xmlns:a16="http://schemas.microsoft.com/office/drawing/2014/main" id="{65ECC4F8-2F83-405F-AF2A-4DE718A4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3581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9" name="s4-item-accent-3">
            <a:extLst xmlns:a="http://schemas.openxmlformats.org/drawingml/2006/main">
              <a:ext uri="{FF2B5EF4-FFF2-40B4-BE49-F238E27FC236}">
                <a16:creationId xmlns:a16="http://schemas.microsoft.com/office/drawing/2014/main" id="{C8EBE7AD-FF86-454C-A013-22722C0D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9149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5509df74c486e">
            <a:extLst>
              <a:ext uri="{96DAC541-7B7A-43D3-8B79-37D633B846F1}">
                <asvg:svgBlip xmlns:asvg="http://schemas.microsoft.com/office/drawing/2016/SVG/main" r:embed="Re2d1080cd36440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50101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1" name="s4-item-title-3">
            <a:extLst xmlns:a="http://schemas.openxmlformats.org/drawingml/2006/main">
              <a:ext uri="{FF2B5EF4-FFF2-40B4-BE49-F238E27FC236}">
                <a16:creationId xmlns:a16="http://schemas.microsoft.com/office/drawing/2014/main" id="{27D20187-F7F8-47A1-845C-038792B4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اتصال مستمر</a:t>
            </a:r>
          </a:p>
        </p:txBody>
      </p:sp>
      <p:sp>
        <p:nvSpPr>
          <p:cNvPr id="32" name="s4-item-body-3">
            <a:extLst xmlns:a="http://schemas.openxmlformats.org/drawingml/2006/main">
              <a:ext uri="{FF2B5EF4-FFF2-40B4-BE49-F238E27FC236}">
                <a16:creationId xmlns:a16="http://schemas.microsoft.com/office/drawing/2014/main" id="{0910F073-871F-4367-A77A-608C7E1E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29225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اتصال لحظي، نبض حضور، وطابور عند الانقطاع.</a:t>
            </a:r>
          </a:p>
        </p:txBody>
      </p:sp>
    </p:spTree>
    <p:extLst>
      <p:ext uri="{BB962C8B-B14F-4D97-AF65-F5344CB8AC3E}">
        <p14:creationId xmlns:p14="http://schemas.microsoft.com/office/powerpoint/2010/main" val="291482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low-0-0">
            <a:extLst xmlns:a="http://schemas.openxmlformats.org/drawingml/2006/main">
              <a:ext uri="{FF2B5EF4-FFF2-40B4-BE49-F238E27FC236}">
                <a16:creationId xmlns:a16="http://schemas.microsoft.com/office/drawing/2014/main" id="{EDC9048C-4681-4237-8961-8384D20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rand-5">
            <a:extLst xmlns:a="http://schemas.openxmlformats.org/drawingml/2006/main">
              <a:ext uri="{FF2B5EF4-FFF2-40B4-BE49-F238E27FC236}">
                <a16:creationId xmlns:a16="http://schemas.microsoft.com/office/drawing/2014/main" id="{4BE642D1-E8BF-4EC8-AE3E-5C342324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KARZOUN OS</a:t>
            </a:r>
          </a:p>
        </p:txBody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FB8469B4-169F-411A-9812-CA4C8A6D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21D4FD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21D4FD"/>
                </a:solidFill>
                <a:latin typeface="Tahoma"/>
                <a:ea typeface="Tahoma"/>
                <a:cs typeface="Tahoma"/>
              </a:rPr>
              <a:t>التطبيق داخل الشركات</a:t>
            </a:r>
          </a:p>
        </p:txBody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2E7F099E-7DDD-4378-90EC-E20D9570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C39A83CB-7FCD-434C-A53F-068DEC95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AgentSaaS Platform Architecture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FF5AAF9D-11FE-4440-8ECE-14C60C0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9FB0C7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7" name="title-5">
            <a:extLst xmlns:a="http://schemas.openxmlformats.org/drawingml/2006/main">
              <a:ext uri="{FF2B5EF4-FFF2-40B4-BE49-F238E27FC236}">
                <a16:creationId xmlns:a16="http://schemas.microsoft.com/office/drawing/2014/main" id="{90906895-E7A1-45F3-B68E-68B5636E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05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التنفيذ يبدأ بالتمكين وينتهي بنظام تحسين مستمر قابل للقياس</a:t>
            </a:r>
          </a:p>
        </p:txBody>
      </p:sp>
      <p:sp>
        <p:nvSpPr>
          <p:cNvPr id="8" name="subtitle-5">
            <a:extLst xmlns:a="http://schemas.openxmlformats.org/drawingml/2006/main">
              <a:ext uri="{FF2B5EF4-FFF2-40B4-BE49-F238E27FC236}">
                <a16:creationId xmlns:a16="http://schemas.microsoft.com/office/drawing/2014/main" id="{7F4CD12C-C8AC-4047-9CF9-0E061B7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 rtl="1">
              <a:defRPr sz="135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نبدأ بحالة استخدام واضحة القيمة، ثم نتوسع وفق البيانات والحوكمة لا وفق الانطباع.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45f479b1f4975">
            <a:extLst>
              <a:ext uri="{96DAC541-7B7A-43D3-8B79-37D633B846F1}">
                <asvg:svgBlip xmlns:asvg="http://schemas.microsoft.com/office/drawing/2016/SVG/main" r:embed="Rff3f29798fc049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77350" y="3228975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5e0c849f847e8">
            <a:extLst>
              <a:ext uri="{96DAC541-7B7A-43D3-8B79-37D633B846F1}">
                <asvg:svgBlip xmlns:asvg="http://schemas.microsoft.com/office/drawing/2016/SVG/main" r:embed="R8daef134a9754f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67550" y="3514725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a8a1d5dd34720">
            <a:extLst>
              <a:ext uri="{96DAC541-7B7A-43D3-8B79-37D633B846F1}">
                <asvg:svgBlip xmlns:asvg="http://schemas.microsoft.com/office/drawing/2016/SVG/main" r:embed="R71d5b2975b7243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57750" y="3800475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2317c661947b0">
            <a:extLst>
              <a:ext uri="{96DAC541-7B7A-43D3-8B79-37D633B846F1}">
                <asvg:svgBlip xmlns:asvg="http://schemas.microsoft.com/office/drawing/2016/SVG/main" r:embed="R455cc12c5fc24a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47950" y="4086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3" name="s5-step-0">
            <a:extLst xmlns:a="http://schemas.openxmlformats.org/drawingml/2006/main">
              <a:ext uri="{FF2B5EF4-FFF2-40B4-BE49-F238E27FC236}">
                <a16:creationId xmlns:a16="http://schemas.microsoft.com/office/drawing/2014/main" id="{D95D596F-AFB7-4287-810C-B8A66B2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19050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14" name="s5-step-num-bg-0">
            <a:extLst xmlns:a="http://schemas.openxmlformats.org/drawingml/2006/main">
              <a:ext uri="{FF2B5EF4-FFF2-40B4-BE49-F238E27FC236}">
                <a16:creationId xmlns:a16="http://schemas.microsoft.com/office/drawing/2014/main" id="{70E6A6CA-D279-4215-A57F-806B3554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5" name="s5-step-num-0">
            <a:extLst xmlns:a="http://schemas.openxmlformats.org/drawingml/2006/main">
              <a:ext uri="{FF2B5EF4-FFF2-40B4-BE49-F238E27FC236}">
                <a16:creationId xmlns:a16="http://schemas.microsoft.com/office/drawing/2014/main" id="{1F3ED6CE-00A0-442F-B0E5-889AD2A6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171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0711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7111F"/>
                </a:solidFill>
                <a:latin typeface="Tahoma"/>
                <a:ea typeface="Tahoma"/>
                <a:cs typeface="Tahoma"/>
              </a:rPr>
              <a:t>١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ec01ab57740cf">
            <a:extLst>
              <a:ext uri="{96DAC541-7B7A-43D3-8B79-37D633B846F1}">
                <asvg:svgBlip xmlns:asvg="http://schemas.microsoft.com/office/drawing/2016/SVG/main" r:embed="R44bb33109b1549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34550" y="25336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7" name="s5-step-title-0">
            <a:extLst xmlns:a="http://schemas.openxmlformats.org/drawingml/2006/main">
              <a:ext uri="{FF2B5EF4-FFF2-40B4-BE49-F238E27FC236}">
                <a16:creationId xmlns:a16="http://schemas.microsoft.com/office/drawing/2014/main" id="{10FD4342-6AB1-4C87-9FD9-99953A70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الاكتشاف وخط الأساس</a:t>
            </a:r>
          </a:p>
        </p:txBody>
      </p:sp>
      <p:sp>
        <p:nvSpPr>
          <p:cNvPr id="18" name="s5-step-body-0">
            <a:extLst xmlns:a="http://schemas.openxmlformats.org/drawingml/2006/main">
              <a:ext uri="{FF2B5EF4-FFF2-40B4-BE49-F238E27FC236}">
                <a16:creationId xmlns:a16="http://schemas.microsoft.com/office/drawing/2014/main" id="{54F07A29-6BB3-45FA-9598-06E8EDFA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05175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العمليات • المخاطر • المستخدمون • مؤشرات النجاح</a:t>
            </a:r>
          </a:p>
        </p:txBody>
      </p:sp>
      <p:sp>
        <p:nvSpPr>
          <p:cNvPr id="19" name="s5-step-1">
            <a:extLst xmlns:a="http://schemas.openxmlformats.org/drawingml/2006/main">
              <a:ext uri="{FF2B5EF4-FFF2-40B4-BE49-F238E27FC236}">
                <a16:creationId xmlns:a16="http://schemas.microsoft.com/office/drawing/2014/main" id="{8450C907-C678-43E8-8B8E-0F2F0EEC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19050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0" name="s5-step-num-bg-1">
            <a:extLst xmlns:a="http://schemas.openxmlformats.org/drawingml/2006/main">
              <a:ext uri="{FF2B5EF4-FFF2-40B4-BE49-F238E27FC236}">
                <a16:creationId xmlns:a16="http://schemas.microsoft.com/office/drawing/2014/main" id="{CF4593C5-C32C-4F6E-9E9F-61559D7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CFA"/>
          </a:solidFill>
          <a:ln xmlns:a="http://schemas.openxmlformats.org/drawingml/2006/main" w="9525">
            <a:solidFill>
              <a:srgbClr val="5B7CFA"/>
            </a:solidFill>
            <a:prstDash val="solid"/>
          </a:ln>
        </p:spPr>
      </p:sp>
      <p:sp>
        <p:nvSpPr>
          <p:cNvPr id="21" name="s5-step-num-1">
            <a:extLst xmlns:a="http://schemas.openxmlformats.org/drawingml/2006/main">
              <a:ext uri="{FF2B5EF4-FFF2-40B4-BE49-F238E27FC236}">
                <a16:creationId xmlns:a16="http://schemas.microsoft.com/office/drawing/2014/main" id="{FEBEE37C-689D-4B75-B949-C9C756F4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57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0711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7111F"/>
                </a:solidFill>
                <a:latin typeface="Tahoma"/>
                <a:ea typeface="Tahoma"/>
                <a:cs typeface="Tahoma"/>
              </a:rPr>
              <a:t>٢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e58ef6f7c437b">
            <a:extLst>
              <a:ext uri="{96DAC541-7B7A-43D3-8B79-37D633B846F1}">
                <asvg:svgBlip xmlns:asvg="http://schemas.microsoft.com/office/drawing/2016/SVG/main" r:embed="Rc76d59ae31d04c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0" y="2819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s5-step-title-1">
            <a:extLst xmlns:a="http://schemas.openxmlformats.org/drawingml/2006/main">
              <a:ext uri="{FF2B5EF4-FFF2-40B4-BE49-F238E27FC236}">
                <a16:creationId xmlns:a16="http://schemas.microsoft.com/office/drawing/2014/main" id="{96790D83-B17A-4F15-89D3-544A50B2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813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التسطيب والتأمين</a:t>
            </a:r>
          </a:p>
        </p:txBody>
      </p:sp>
      <p:sp>
        <p:nvSpPr>
          <p:cNvPr id="24" name="s5-step-body-1">
            <a:extLst xmlns:a="http://schemas.openxmlformats.org/drawingml/2006/main">
              <a:ext uri="{FF2B5EF4-FFF2-40B4-BE49-F238E27FC236}">
                <a16:creationId xmlns:a16="http://schemas.microsoft.com/office/drawing/2014/main" id="{B02B0207-7886-40DA-9644-471317E7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90925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النشر • الأسرار • المزودون • النسخ الاحتياطي</a:t>
            </a:r>
          </a:p>
        </p:txBody>
      </p:sp>
      <p:sp>
        <p:nvSpPr>
          <p:cNvPr id="25" name="s5-step-2">
            <a:extLst xmlns:a="http://schemas.openxmlformats.org/drawingml/2006/main">
              <a:ext uri="{FF2B5EF4-FFF2-40B4-BE49-F238E27FC236}">
                <a16:creationId xmlns:a16="http://schemas.microsoft.com/office/drawing/2014/main" id="{B8D548B2-558B-40A4-974B-F555F06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9050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26" name="s5-step-num-bg-2">
            <a:extLst xmlns:a="http://schemas.openxmlformats.org/drawingml/2006/main">
              <a:ext uri="{FF2B5EF4-FFF2-40B4-BE49-F238E27FC236}">
                <a16:creationId xmlns:a16="http://schemas.microsoft.com/office/drawing/2014/main" id="{42E0A301-F098-4DBC-98A4-38FC4EBC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27" name="s5-step-num-2">
            <a:extLst xmlns:a="http://schemas.openxmlformats.org/drawingml/2006/main">
              <a:ext uri="{FF2B5EF4-FFF2-40B4-BE49-F238E27FC236}">
                <a16:creationId xmlns:a16="http://schemas.microsoft.com/office/drawing/2014/main" id="{E419B5D8-A71C-4BBA-975A-5486CE9E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0711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7111F"/>
                </a:solidFill>
                <a:latin typeface="Tahoma"/>
                <a:ea typeface="Tahoma"/>
                <a:cs typeface="Tahoma"/>
              </a:rPr>
              <a:t>٣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65567a12a4d01">
            <a:extLst>
              <a:ext uri="{96DAC541-7B7A-43D3-8B79-37D633B846F1}">
                <asvg:svgBlip xmlns:asvg="http://schemas.microsoft.com/office/drawing/2016/SVG/main" r:embed="R834e328b64d745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14950" y="3105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s5-step-title-2">
            <a:extLst xmlns:a="http://schemas.openxmlformats.org/drawingml/2006/main">
              <a:ext uri="{FF2B5EF4-FFF2-40B4-BE49-F238E27FC236}">
                <a16:creationId xmlns:a16="http://schemas.microsoft.com/office/drawing/2014/main" id="{5B4A6DBC-8535-4EB0-9BE0-24D277BA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671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تخصيص الوكلاء</a:t>
            </a:r>
          </a:p>
        </p:txBody>
      </p:sp>
      <p:sp>
        <p:nvSpPr>
          <p:cNvPr id="30" name="s5-step-body-2">
            <a:extLst xmlns:a="http://schemas.openxmlformats.org/drawingml/2006/main">
              <a:ext uri="{FF2B5EF4-FFF2-40B4-BE49-F238E27FC236}">
                <a16:creationId xmlns:a16="http://schemas.microsoft.com/office/drawing/2014/main" id="{DDE43A94-A063-4194-851E-BC687385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76675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بروفايل ومهارات لكل دور • نموذج • حدود • صلاحيات</a:t>
            </a:r>
          </a:p>
        </p:txBody>
      </p:sp>
      <p:sp>
        <p:nvSpPr>
          <p:cNvPr id="31" name="s5-step-3">
            <a:extLst xmlns:a="http://schemas.openxmlformats.org/drawingml/2006/main">
              <a:ext uri="{FF2B5EF4-FFF2-40B4-BE49-F238E27FC236}">
                <a16:creationId xmlns:a16="http://schemas.microsoft.com/office/drawing/2014/main" id="{E43B62DB-96C4-40D3-AE6C-8BCF3C2E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0400"/>
            <a:ext cx="19050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32" name="s5-step-num-bg-3">
            <a:extLst xmlns:a="http://schemas.openxmlformats.org/drawingml/2006/main">
              <a:ext uri="{FF2B5EF4-FFF2-40B4-BE49-F238E27FC236}">
                <a16:creationId xmlns:a16="http://schemas.microsoft.com/office/drawing/2014/main" id="{AF15FC19-DF7E-47E4-91CE-9830D84C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33" name="s5-step-num-3">
            <a:extLst xmlns:a="http://schemas.openxmlformats.org/drawingml/2006/main">
              <a:ext uri="{FF2B5EF4-FFF2-40B4-BE49-F238E27FC236}">
                <a16:creationId xmlns:a16="http://schemas.microsoft.com/office/drawing/2014/main" id="{C1BA6B24-D355-4B6B-B7C8-15A0BAD8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0711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7111F"/>
                </a:solidFill>
                <a:latin typeface="Tahoma"/>
                <a:ea typeface="Tahoma"/>
                <a:cs typeface="Tahoma"/>
              </a:rPr>
              <a:t>٤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8a5547c34cb2">
            <a:extLst>
              <a:ext uri="{96DAC541-7B7A-43D3-8B79-37D633B846F1}">
                <asvg:svgBlip xmlns:asvg="http://schemas.microsoft.com/office/drawing/2016/SVG/main" r:embed="Reb5c80509bc64b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05150" y="33909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s5-step-title-3">
            <a:extLst xmlns:a="http://schemas.openxmlformats.org/drawingml/2006/main">
              <a:ext uri="{FF2B5EF4-FFF2-40B4-BE49-F238E27FC236}">
                <a16:creationId xmlns:a16="http://schemas.microsoft.com/office/drawing/2014/main" id="{AAAE0D30-870D-48A4-8328-A79EB619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528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التدريب والتجربة</a:t>
            </a:r>
          </a:p>
        </p:txBody>
      </p:sp>
      <p:sp>
        <p:nvSpPr>
          <p:cNvPr id="36" name="s5-step-body-3">
            <a:extLst xmlns:a="http://schemas.openxmlformats.org/drawingml/2006/main">
              <a:ext uri="{FF2B5EF4-FFF2-40B4-BE49-F238E27FC236}">
                <a16:creationId xmlns:a16="http://schemas.microsoft.com/office/drawing/2014/main" id="{68AE8ED1-E906-497F-B3BD-8B1106E9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62425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دورات للإدارة والمستخدمين • تجربة محدودة • ملاحظات</a:t>
            </a:r>
          </a:p>
        </p:txBody>
      </p:sp>
      <p:sp>
        <p:nvSpPr>
          <p:cNvPr id="37" name="s5-step-4">
            <a:extLst xmlns:a="http://schemas.openxmlformats.org/drawingml/2006/main">
              <a:ext uri="{FF2B5EF4-FFF2-40B4-BE49-F238E27FC236}">
                <a16:creationId xmlns:a16="http://schemas.microsoft.com/office/drawing/2014/main" id="{DED37B62-7756-46DE-8900-3EA4D64B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9050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38" name="s5-step-num-bg-4">
            <a:extLst xmlns:a="http://schemas.openxmlformats.org/drawingml/2006/main">
              <a:ext uri="{FF2B5EF4-FFF2-40B4-BE49-F238E27FC236}">
                <a16:creationId xmlns:a16="http://schemas.microsoft.com/office/drawing/2014/main" id="{C913EB6F-50CB-4E39-9E4E-42EAD393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9" name="s5-step-num-4">
            <a:extLst xmlns:a="http://schemas.openxmlformats.org/drawingml/2006/main">
              <a:ext uri="{FF2B5EF4-FFF2-40B4-BE49-F238E27FC236}">
                <a16:creationId xmlns:a16="http://schemas.microsoft.com/office/drawing/2014/main" id="{39B2B69C-83F1-4223-AB7A-09CF305A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14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0711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7111F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58993da3e4a50">
            <a:extLst>
              <a:ext uri="{96DAC541-7B7A-43D3-8B79-37D633B846F1}">
                <asvg:svgBlip xmlns:asvg="http://schemas.microsoft.com/office/drawing/2016/SVG/main" r:embed="R5fe46153ce6a4e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36766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s5-step-title-4">
            <a:extLst xmlns:a="http://schemas.openxmlformats.org/drawingml/2006/main">
              <a:ext uri="{FF2B5EF4-FFF2-40B4-BE49-F238E27FC236}">
                <a16:creationId xmlns:a16="http://schemas.microsoft.com/office/drawing/2014/main" id="{A29BA55B-DFB2-477E-8555-738E3BB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التوسع والتحسين</a:t>
            </a:r>
          </a:p>
        </p:txBody>
      </p:sp>
      <p:sp>
        <p:nvSpPr>
          <p:cNvPr id="42" name="s5-step-body-4">
            <a:extLst xmlns:a="http://schemas.openxmlformats.org/drawingml/2006/main">
              <a:ext uri="{FF2B5EF4-FFF2-40B4-BE49-F238E27FC236}">
                <a16:creationId xmlns:a16="http://schemas.microsoft.com/office/drawing/2014/main" id="{6AC0414D-09D8-46B4-B8F7-26C92522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9FB0C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FB0C7"/>
                </a:solidFill>
                <a:latin typeface="Tahoma"/>
                <a:ea typeface="Tahoma"/>
                <a:cs typeface="Tahoma"/>
              </a:rPr>
              <a:t>مؤشرات • تكلفة • تدقيق • تنبيهات • تحسين مستمر</a:t>
            </a:r>
          </a:p>
        </p:txBody>
      </p:sp>
      <p:sp>
        <p:nvSpPr>
          <p:cNvPr id="43" name="s5-impact">
            <a:extLst xmlns:a="http://schemas.openxmlformats.org/drawingml/2006/main">
              <a:ext uri="{FF2B5EF4-FFF2-40B4-BE49-F238E27FC236}">
                <a16:creationId xmlns:a16="http://schemas.microsoft.com/office/drawing/2014/main" id="{CCA4EF7E-BF41-45DA-ADE3-698932D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7442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44" name="s5-impact-title">
            <a:extLst xmlns:a="http://schemas.openxmlformats.org/drawingml/2006/main">
              <a:ext uri="{FF2B5EF4-FFF2-40B4-BE49-F238E27FC236}">
                <a16:creationId xmlns:a16="http://schemas.microsoft.com/office/drawing/2014/main" id="{DB295F8E-4D20-40AC-9C29-B92E863F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57212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الأثر المؤسسي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0dac2eaee425a">
            <a:extLst>
              <a:ext uri="{96DAC541-7B7A-43D3-8B79-37D633B846F1}">
                <asvg:svgBlip xmlns:asvg="http://schemas.microsoft.com/office/drawing/2016/SVG/main" r:embed="R1441003d85b740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3800" y="5600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6" name="s5-impact-0">
            <a:extLst xmlns:a="http://schemas.openxmlformats.org/drawingml/2006/main">
              <a:ext uri="{FF2B5EF4-FFF2-40B4-BE49-F238E27FC236}">
                <a16:creationId xmlns:a16="http://schemas.microsoft.com/office/drawing/2014/main" id="{DF9802EB-283C-4614-B5BC-405BDD95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3402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زمن أقل للمهام المتكررة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1accb3d084289">
            <a:extLst>
              <a:ext uri="{96DAC541-7B7A-43D3-8B79-37D633B846F1}">
                <asvg:svgBlip xmlns:asvg="http://schemas.microsoft.com/office/drawing/2016/SVG/main" r:embed="Rad72ba6eca0c4d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19700" y="5600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8" name="s5-impact-1">
            <a:extLst xmlns:a="http://schemas.openxmlformats.org/drawingml/2006/main">
              <a:ext uri="{FF2B5EF4-FFF2-40B4-BE49-F238E27FC236}">
                <a16:creationId xmlns:a16="http://schemas.microsoft.com/office/drawing/2014/main" id="{82677FCE-1B6F-4DA0-A17B-CF179BD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3402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تكلفة مرئية وقابلة للضبط</a:t>
            </a:r>
          </a:p>
        </p:txBody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5a5f7f66f4f75">
            <a:extLst>
              <a:ext uri="{96DAC541-7B7A-43D3-8B79-37D633B846F1}">
                <asvg:svgBlip xmlns:asvg="http://schemas.microsoft.com/office/drawing/2016/SVG/main" r:embed="Ra49344994ad64e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95600" y="5600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0" name="s5-impact-2">
            <a:extLst xmlns:a="http://schemas.openxmlformats.org/drawingml/2006/main">
              <a:ext uri="{FF2B5EF4-FFF2-40B4-BE49-F238E27FC236}">
                <a16:creationId xmlns:a16="http://schemas.microsoft.com/office/drawing/2014/main" id="{3366BBFA-305A-40B1-8B44-8D2EF34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53402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معرفة تتحول إلى أصل تشغيلي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e3fc6a35e487e">
            <a:extLst>
              <a:ext uri="{96DAC541-7B7A-43D3-8B79-37D633B846F1}">
                <asvg:svgBlip xmlns:asvg="http://schemas.microsoft.com/office/drawing/2016/SVG/main" r:embed="Rfd4ce42c294b42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5600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2" name="s5-impact-3">
            <a:extLst xmlns:a="http://schemas.openxmlformats.org/drawingml/2006/main">
              <a:ext uri="{FF2B5EF4-FFF2-40B4-BE49-F238E27FC236}">
                <a16:creationId xmlns:a16="http://schemas.microsoft.com/office/drawing/2014/main" id="{16C747A5-D1B3-4C57-819D-1355ABE4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3402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r" rtl="1">
              <a:defRPr sz="1200" b="1">
                <a:solidFill>
                  <a:srgbClr val="F7FA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7FAFF"/>
                </a:solidFill>
                <a:latin typeface="Tahoma"/>
                <a:ea typeface="Tahoma"/>
                <a:cs typeface="Tahoma"/>
              </a:rPr>
              <a:t>تبنٍ أسرع ومسؤول</a:t>
            </a:r>
          </a:p>
        </p:txBody>
      </p:sp>
    </p:spTree>
    <p:extLst>
      <p:ext uri="{BB962C8B-B14F-4D97-AF65-F5344CB8AC3E}">
        <p14:creationId xmlns:p14="http://schemas.microsoft.com/office/powerpoint/2010/main" val="1601285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2026-07-12T08:14:55.2290000Z</dcterms:created>
  <dcterms:modified xsi:type="dcterms:W3CDTF">2026-07-12T08:14:55.2290000Z</dcterms:modified>
</coreProperties>
</file>