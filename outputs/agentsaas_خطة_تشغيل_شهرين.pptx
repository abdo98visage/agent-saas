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c1db871504fe1" /><Relationship Type="http://schemas.openxmlformats.org/officeDocument/2006/relationships/extended-properties" Target="/docProps/app.xml" Id="R6b7437f8f10e443b" /><Relationship Type="http://schemas.openxmlformats.org/officeDocument/2006/relationships/officeDocument" Target="/ppt/presentation.xml" Id="Rf4aa1ee8e87c4a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b5251a810400d"/>
  </p:sldMasterIdLst>
  <p:notesMasterIdLst>
    <p:notesMasterId xmlns:r="http://schemas.openxmlformats.org/officeDocument/2006/relationships" r:id="R4ac5356f0d9f4c0f"/>
  </p:notesMasterIdLst>
  <p:sldIdLst>
    <p:sldId xmlns:r="http://schemas.openxmlformats.org/officeDocument/2006/relationships" id="256" r:id="R8d6734ddbead4f5e"/>
    <p:sldId xmlns:r="http://schemas.openxmlformats.org/officeDocument/2006/relationships" id="257" r:id="R7d7577ca02a348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12b2c7ec394365" /><Relationship Type="http://schemas.openxmlformats.org/officeDocument/2006/relationships/slideMaster" Target="/ppt/slideMasters/slideMaster1.xml" Id="R93bb5251a810400d" /><Relationship Type="http://schemas.openxmlformats.org/officeDocument/2006/relationships/notesMaster" Target="/ppt/notesMasters/notesMaster1.xml" Id="R4ac5356f0d9f4c0f" /><Relationship Type="http://schemas.openxmlformats.org/officeDocument/2006/relationships/presProps" Target="/ppt/presProps.xml" Id="R8c8978b6d7d048f8" /><Relationship Type="http://schemas.openxmlformats.org/officeDocument/2006/relationships/tableStyles" Target="/ppt/tableStyles.xml" Id="Rf461c2e82dfa4d67" /><Relationship Type="http://schemas.openxmlformats.org/officeDocument/2006/relationships/slide" Target="/ppt/slides/slide1.xml" Id="R8d6734ddbead4f5e" /><Relationship Type="http://schemas.openxmlformats.org/officeDocument/2006/relationships/slide" Target="/ppt/slides/slide2.xml" Id="R7d7577ca02a3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8ad89ad43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67e8545b0049e3" /><Relationship Type="http://schemas.openxmlformats.org/officeDocument/2006/relationships/notesMaster" Target="/ppt/notesMasters/notesMaster1.xml" Id="Rf19da4b0ac92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60a4d647a84210" /><Relationship Type="http://schemas.openxmlformats.org/officeDocument/2006/relationships/notesMaster" Target="/ppt/notesMasters/notesMaster1.xml" Id="Ra708403a42aa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c2d61d4b1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8a7dea2594c99" /><Relationship Type="http://schemas.openxmlformats.org/officeDocument/2006/relationships/slideLayout" Target="/ppt/slideLayouts/slideLayout1.xml" Id="Rff4d33f022a74c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d33f022a74c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18b9a7bd84eb0" /><Relationship Type="http://schemas.openxmlformats.org/officeDocument/2006/relationships/image" Target="/ppt/media/image.png" Id="R5faa826bbb2c4ef4" /><Relationship Type="http://schemas.openxmlformats.org/officeDocument/2006/relationships/notesSlide" Target="/ppt/notesSlides/notesSlide1.xml" Id="R2cf19483486f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857e8706a4dca" /><Relationship Type="http://schemas.openxmlformats.org/officeDocument/2006/relationships/image" Target="/ppt/media/image2.png" Id="Re85e33b3703d4c37" /><Relationship Type="http://schemas.openxmlformats.org/officeDocument/2006/relationships/notesSlide" Target="/ppt/notesSlides/notesSlide2.xml" Id="R82124c52eb5641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a826bbb2c4e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46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e33b3703d4c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80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2026-07-04T07:39:05.8510000Z</dcterms:created>
  <dcterms:modified xsi:type="dcterms:W3CDTF">2026-07-04T07:39:05.8510000Z</dcterms:modified>
</coreProperties>
</file>